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3"/>
    <p:sldId id="260" r:id="rId5"/>
    <p:sldId id="261" r:id="rId6"/>
    <p:sldId id="258" r:id="rId7"/>
    <p:sldId id="259" r:id="rId8"/>
    <p:sldId id="266" r:id="rId9"/>
    <p:sldId id="267" r:id="rId10"/>
    <p:sldId id="268" r:id="rId11"/>
    <p:sldId id="262" r:id="rId12"/>
    <p:sldId id="269" r:id="rId13"/>
    <p:sldId id="270" r:id="rId14"/>
    <p:sldId id="271" r:id="rId15"/>
    <p:sldId id="263" r:id="rId16"/>
    <p:sldId id="272" r:id="rId17"/>
    <p:sldId id="273" r:id="rId18"/>
    <p:sldId id="274" r:id="rId19"/>
    <p:sldId id="264" r:id="rId20"/>
    <p:sldId id="275" r:id="rId21"/>
    <p:sldId id="277" r:id="rId22"/>
    <p:sldId id="276" r:id="rId23"/>
    <p:sldId id="283" r:id="rId24"/>
    <p:sldId id="284" r:id="rId25"/>
    <p:sldId id="265" r:id="rId26"/>
    <p:sldId id="280" r:id="rId27"/>
    <p:sldId id="282" r:id="rId28"/>
    <p:sldId id="257" r:id="rId29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F6C"/>
    <a:srgbClr val="F7B531"/>
    <a:srgbClr val="F8BC49"/>
    <a:srgbClr val="0033CC"/>
    <a:srgbClr val="FDFDFE"/>
    <a:srgbClr val="FE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8" autoAdjust="0"/>
    <p:restoredTop sz="94660"/>
  </p:normalViewPr>
  <p:slideViewPr>
    <p:cSldViewPr snapToGrid="0">
      <p:cViewPr varScale="1">
        <p:scale>
          <a:sx n="79" d="100"/>
          <a:sy n="79" d="100"/>
        </p:scale>
        <p:origin x="78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38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C56FA0-CA69-41F7-8980-FE02072B7F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34FF2-3ED8-4FF6-BCA8-33B3E194C3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 userDrawn="1"/>
        </p:nvGrpSpPr>
        <p:grpSpPr>
          <a:xfrm>
            <a:off x="221279" y="155792"/>
            <a:ext cx="11749443" cy="6546416"/>
            <a:chOff x="221279" y="155792"/>
            <a:chExt cx="11749443" cy="6546416"/>
          </a:xfrm>
        </p:grpSpPr>
        <p:sp>
          <p:nvSpPr>
            <p:cNvPr id="7" name="矩形 6"/>
            <p:cNvSpPr/>
            <p:nvPr userDrawn="1"/>
          </p:nvSpPr>
          <p:spPr>
            <a:xfrm>
              <a:off x="221279" y="155792"/>
              <a:ext cx="11749443" cy="6546416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  <a:effectLst>
              <a:outerShdw blurRad="2032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grpSp>
          <p:nvGrpSpPr>
            <p:cNvPr id="8" name="组合 7"/>
            <p:cNvGrpSpPr/>
            <p:nvPr userDrawn="1"/>
          </p:nvGrpSpPr>
          <p:grpSpPr>
            <a:xfrm>
              <a:off x="6085480" y="238240"/>
              <a:ext cx="5704367" cy="6381520"/>
              <a:chOff x="6094331" y="239617"/>
              <a:chExt cx="5911075" cy="6381520"/>
            </a:xfrm>
          </p:grpSpPr>
          <p:sp>
            <p:nvSpPr>
              <p:cNvPr id="9" name="矩形 8"/>
              <p:cNvSpPr/>
              <p:nvPr/>
            </p:nvSpPr>
            <p:spPr>
              <a:xfrm rot="10800000">
                <a:off x="6206861" y="239617"/>
                <a:ext cx="5798545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 rot="10800000">
                <a:off x="6150596" y="239617"/>
                <a:ext cx="5798545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 rot="10800000">
                <a:off x="6094331" y="239617"/>
                <a:ext cx="5798545" cy="6378766"/>
              </a:xfrm>
              <a:prstGeom prst="rect">
                <a:avLst/>
              </a:prstGeom>
              <a:gradFill flip="none" rotWithShape="1">
                <a:gsLst>
                  <a:gs pos="62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900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 rot="10800000">
                <a:off x="6112611" y="242371"/>
                <a:ext cx="5724000" cy="6378766"/>
              </a:xfrm>
              <a:prstGeom prst="rect">
                <a:avLst/>
              </a:prstGeom>
              <a:gradFill flip="none" rotWithShape="1">
                <a:gsLst>
                  <a:gs pos="69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9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</p:grpSp>
        <p:grpSp>
          <p:nvGrpSpPr>
            <p:cNvPr id="13" name="组合 12"/>
            <p:cNvGrpSpPr/>
            <p:nvPr userDrawn="1"/>
          </p:nvGrpSpPr>
          <p:grpSpPr>
            <a:xfrm>
              <a:off x="402154" y="238240"/>
              <a:ext cx="5650069" cy="6378766"/>
              <a:chOff x="402154" y="238240"/>
              <a:chExt cx="5650069" cy="6378766"/>
            </a:xfrm>
          </p:grpSpPr>
          <p:sp>
            <p:nvSpPr>
              <p:cNvPr id="14" name="矩形 13"/>
              <p:cNvSpPr/>
              <p:nvPr/>
            </p:nvSpPr>
            <p:spPr>
              <a:xfrm rot="10800000" flipH="1">
                <a:off x="402154" y="238240"/>
                <a:ext cx="5595772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 rot="10800000" flipH="1">
                <a:off x="456451" y="238240"/>
                <a:ext cx="5595772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8" name="矩形 17"/>
            <p:cNvSpPr/>
            <p:nvPr userDrawn="1"/>
          </p:nvSpPr>
          <p:spPr>
            <a:xfrm rot="10800000">
              <a:off x="6051673" y="238240"/>
              <a:ext cx="5523834" cy="6378766"/>
            </a:xfrm>
            <a:prstGeom prst="rect">
              <a:avLst/>
            </a:prstGeom>
            <a:gradFill flip="none" rotWithShape="1">
              <a:gsLst>
                <a:gs pos="69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 rot="10800000">
              <a:off x="6007853" y="238240"/>
              <a:ext cx="5523834" cy="6378766"/>
            </a:xfrm>
            <a:prstGeom prst="rect">
              <a:avLst/>
            </a:prstGeom>
            <a:gradFill flip="none" rotWithShape="1">
              <a:gsLst>
                <a:gs pos="69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221279" y="155792"/>
            <a:ext cx="11749443" cy="6546416"/>
            <a:chOff x="221279" y="155792"/>
            <a:chExt cx="11749443" cy="6546416"/>
          </a:xfrm>
        </p:grpSpPr>
        <p:sp>
          <p:nvSpPr>
            <p:cNvPr id="8" name="矩形 7"/>
            <p:cNvSpPr/>
            <p:nvPr userDrawn="1"/>
          </p:nvSpPr>
          <p:spPr>
            <a:xfrm>
              <a:off x="221279" y="155792"/>
              <a:ext cx="11749443" cy="6546416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  <a:effectLst>
              <a:outerShdw blurRad="2032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grpSp>
          <p:nvGrpSpPr>
            <p:cNvPr id="9" name="组合 8"/>
            <p:cNvGrpSpPr/>
            <p:nvPr userDrawn="1"/>
          </p:nvGrpSpPr>
          <p:grpSpPr>
            <a:xfrm>
              <a:off x="6085480" y="238240"/>
              <a:ext cx="5704367" cy="6381520"/>
              <a:chOff x="6094331" y="239617"/>
              <a:chExt cx="5911075" cy="6381520"/>
            </a:xfrm>
          </p:grpSpPr>
          <p:sp>
            <p:nvSpPr>
              <p:cNvPr id="15" name="矩形 14"/>
              <p:cNvSpPr/>
              <p:nvPr/>
            </p:nvSpPr>
            <p:spPr>
              <a:xfrm rot="10800000">
                <a:off x="6206861" y="239617"/>
                <a:ext cx="5798545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0800000">
                <a:off x="6150596" y="239617"/>
                <a:ext cx="5798545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 rot="10800000">
                <a:off x="6094331" y="239617"/>
                <a:ext cx="5798545" cy="6378766"/>
              </a:xfrm>
              <a:prstGeom prst="rect">
                <a:avLst/>
              </a:prstGeom>
              <a:gradFill flip="none" rotWithShape="1">
                <a:gsLst>
                  <a:gs pos="62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900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 rot="10800000">
                <a:off x="6112611" y="242371"/>
                <a:ext cx="5724000" cy="6378766"/>
              </a:xfrm>
              <a:prstGeom prst="rect">
                <a:avLst/>
              </a:prstGeom>
              <a:gradFill flip="none" rotWithShape="1">
                <a:gsLst>
                  <a:gs pos="69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9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</p:grpSp>
        <p:grpSp>
          <p:nvGrpSpPr>
            <p:cNvPr id="10" name="组合 9"/>
            <p:cNvGrpSpPr/>
            <p:nvPr userDrawn="1"/>
          </p:nvGrpSpPr>
          <p:grpSpPr>
            <a:xfrm>
              <a:off x="402154" y="238240"/>
              <a:ext cx="5650069" cy="6378766"/>
              <a:chOff x="402154" y="238240"/>
              <a:chExt cx="5650069" cy="6378766"/>
            </a:xfrm>
          </p:grpSpPr>
          <p:sp>
            <p:nvSpPr>
              <p:cNvPr id="13" name="矩形 12"/>
              <p:cNvSpPr/>
              <p:nvPr/>
            </p:nvSpPr>
            <p:spPr>
              <a:xfrm rot="10800000" flipH="1">
                <a:off x="402154" y="238240"/>
                <a:ext cx="5595772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 rot="10800000" flipH="1">
                <a:off x="456451" y="238240"/>
                <a:ext cx="5595772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1" name="矩形 10"/>
            <p:cNvSpPr/>
            <p:nvPr userDrawn="1"/>
          </p:nvSpPr>
          <p:spPr>
            <a:xfrm rot="10800000">
              <a:off x="6051673" y="238240"/>
              <a:ext cx="5523834" cy="6378766"/>
            </a:xfrm>
            <a:prstGeom prst="rect">
              <a:avLst/>
            </a:prstGeom>
            <a:gradFill flip="none" rotWithShape="1">
              <a:gsLst>
                <a:gs pos="69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  <p:sp>
        <p:nvSpPr>
          <p:cNvPr id="19" name="矩形 18"/>
          <p:cNvSpPr/>
          <p:nvPr userDrawn="1"/>
        </p:nvSpPr>
        <p:spPr>
          <a:xfrm rot="10800000" flipH="1">
            <a:off x="510748" y="235486"/>
            <a:ext cx="5595772" cy="63787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8700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50800" dist="127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221279" y="155792"/>
            <a:ext cx="11749443" cy="6546416"/>
          </a:xfrm>
          <a:prstGeom prst="rect">
            <a:avLst/>
          </a:prstGeom>
          <a:solidFill>
            <a:srgbClr val="1A3F6C"/>
          </a:solidFill>
          <a:ln>
            <a:noFill/>
          </a:ln>
          <a:effectLst>
            <a:outerShdw blurRad="2032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细黑" panose="02010600040101010101" pitchFamily="2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6085480" y="238240"/>
            <a:ext cx="5704367" cy="6381520"/>
            <a:chOff x="6094331" y="239617"/>
            <a:chExt cx="5911075" cy="6381520"/>
          </a:xfrm>
        </p:grpSpPr>
        <p:sp>
          <p:nvSpPr>
            <p:cNvPr id="12" name="矩形 11"/>
            <p:cNvSpPr/>
            <p:nvPr/>
          </p:nvSpPr>
          <p:spPr>
            <a:xfrm rot="10800000">
              <a:off x="6206861" y="239617"/>
              <a:ext cx="5798545" cy="637876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7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 rot="10800000">
              <a:off x="6150596" y="239617"/>
              <a:ext cx="5798545" cy="637876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7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 rot="10800000">
              <a:off x="6094331" y="239617"/>
              <a:ext cx="5798545" cy="6378766"/>
            </a:xfrm>
            <a:prstGeom prst="rect">
              <a:avLst/>
            </a:prstGeom>
            <a:gradFill flip="none" rotWithShape="1">
              <a:gsLst>
                <a:gs pos="62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 rot="10800000">
              <a:off x="6112611" y="242371"/>
              <a:ext cx="5724000" cy="6378766"/>
            </a:xfrm>
            <a:prstGeom prst="rect">
              <a:avLst/>
            </a:prstGeom>
            <a:gradFill flip="none" rotWithShape="1">
              <a:gsLst>
                <a:gs pos="69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402154" y="238240"/>
            <a:ext cx="5704367" cy="6381520"/>
            <a:chOff x="402154" y="238240"/>
            <a:chExt cx="5704367" cy="6381520"/>
          </a:xfrm>
        </p:grpSpPr>
        <p:sp>
          <p:nvSpPr>
            <p:cNvPr id="17" name="矩形 16"/>
            <p:cNvSpPr/>
            <p:nvPr/>
          </p:nvSpPr>
          <p:spPr>
            <a:xfrm rot="10800000" flipH="1">
              <a:off x="402154" y="238240"/>
              <a:ext cx="5595772" cy="637876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7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 rot="10800000" flipH="1">
              <a:off x="456451" y="238240"/>
              <a:ext cx="5595772" cy="637876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7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 rot="10800000" flipH="1">
              <a:off x="510749" y="238240"/>
              <a:ext cx="5595772" cy="6378766"/>
            </a:xfrm>
            <a:prstGeom prst="rect">
              <a:avLst/>
            </a:prstGeom>
            <a:gradFill flip="none" rotWithShape="1">
              <a:gsLst>
                <a:gs pos="62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rot="10800000" flipH="1">
              <a:off x="565046" y="240994"/>
              <a:ext cx="5523834" cy="6378766"/>
            </a:xfrm>
            <a:prstGeom prst="rect">
              <a:avLst/>
            </a:prstGeom>
            <a:gradFill flip="none" rotWithShape="1">
              <a:gsLst>
                <a:gs pos="69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 userDrawn="1"/>
        </p:nvGrpSpPr>
        <p:grpSpPr>
          <a:xfrm>
            <a:off x="221279" y="155792"/>
            <a:ext cx="11749443" cy="6546416"/>
            <a:chOff x="221279" y="155792"/>
            <a:chExt cx="11749443" cy="6546416"/>
          </a:xfrm>
        </p:grpSpPr>
        <p:sp>
          <p:nvSpPr>
            <p:cNvPr id="8" name="矩形 7"/>
            <p:cNvSpPr/>
            <p:nvPr userDrawn="1"/>
          </p:nvSpPr>
          <p:spPr>
            <a:xfrm>
              <a:off x="221279" y="155792"/>
              <a:ext cx="11749443" cy="6546416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  <a:effectLst>
              <a:outerShdw blurRad="2032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grpSp>
          <p:nvGrpSpPr>
            <p:cNvPr id="9" name="组合 8"/>
            <p:cNvGrpSpPr/>
            <p:nvPr userDrawn="1"/>
          </p:nvGrpSpPr>
          <p:grpSpPr>
            <a:xfrm>
              <a:off x="6085480" y="238240"/>
              <a:ext cx="5704367" cy="6378766"/>
              <a:chOff x="6094331" y="239617"/>
              <a:chExt cx="5911075" cy="6378766"/>
            </a:xfrm>
          </p:grpSpPr>
          <p:sp>
            <p:nvSpPr>
              <p:cNvPr id="10" name="矩形 9"/>
              <p:cNvSpPr/>
              <p:nvPr/>
            </p:nvSpPr>
            <p:spPr>
              <a:xfrm rot="10800000">
                <a:off x="6206861" y="239617"/>
                <a:ext cx="5798545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 rot="10800000">
                <a:off x="6150596" y="239617"/>
                <a:ext cx="5798545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 rot="10800000">
                <a:off x="6094331" y="239617"/>
                <a:ext cx="5798545" cy="6378766"/>
              </a:xfrm>
              <a:prstGeom prst="rect">
                <a:avLst/>
              </a:prstGeom>
              <a:gradFill flip="none" rotWithShape="1">
                <a:gsLst>
                  <a:gs pos="62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900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>
              <a:off x="402154" y="238240"/>
              <a:ext cx="5704367" cy="6381520"/>
              <a:chOff x="402154" y="238240"/>
              <a:chExt cx="5704367" cy="6381520"/>
            </a:xfrm>
          </p:grpSpPr>
          <p:sp>
            <p:nvSpPr>
              <p:cNvPr id="15" name="矩形 14"/>
              <p:cNvSpPr/>
              <p:nvPr/>
            </p:nvSpPr>
            <p:spPr>
              <a:xfrm rot="10800000" flipH="1">
                <a:off x="402154" y="238240"/>
                <a:ext cx="5595772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0800000" flipH="1">
                <a:off x="456451" y="238240"/>
                <a:ext cx="5595772" cy="637876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 rot="10800000" flipH="1">
                <a:off x="510749" y="238240"/>
                <a:ext cx="5595772" cy="6378766"/>
              </a:xfrm>
              <a:prstGeom prst="rect">
                <a:avLst/>
              </a:prstGeom>
              <a:gradFill flip="none" rotWithShape="1">
                <a:gsLst>
                  <a:gs pos="62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900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 rot="10800000" flipH="1">
                <a:off x="565046" y="240994"/>
                <a:ext cx="5523834" cy="6378766"/>
              </a:xfrm>
              <a:prstGeom prst="rect">
                <a:avLst/>
              </a:prstGeom>
              <a:gradFill flip="none" rotWithShape="1">
                <a:gsLst>
                  <a:gs pos="69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9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127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9" name="矩形 18"/>
            <p:cNvSpPr/>
            <p:nvPr userDrawn="1"/>
          </p:nvSpPr>
          <p:spPr>
            <a:xfrm rot="10800000" flipH="1">
              <a:off x="618827" y="238240"/>
              <a:ext cx="5523834" cy="6378766"/>
            </a:xfrm>
            <a:prstGeom prst="rect">
              <a:avLst/>
            </a:prstGeom>
            <a:gradFill flip="none" rotWithShape="1">
              <a:gsLst>
                <a:gs pos="69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221279" y="155792"/>
            <a:ext cx="11749443" cy="6546416"/>
          </a:xfrm>
          <a:prstGeom prst="rect">
            <a:avLst/>
          </a:prstGeom>
          <a:solidFill>
            <a:srgbClr val="1A3F6C"/>
          </a:solidFill>
          <a:ln>
            <a:noFill/>
          </a:ln>
          <a:effectLst>
            <a:outerShdw blurRad="2032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华文细黑" panose="02010600040101010101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6092042" y="238240"/>
            <a:ext cx="5704367" cy="6381520"/>
            <a:chOff x="6094331" y="239617"/>
            <a:chExt cx="5911075" cy="6381520"/>
          </a:xfrm>
        </p:grpSpPr>
        <p:sp>
          <p:nvSpPr>
            <p:cNvPr id="13" name="矩形 12"/>
            <p:cNvSpPr/>
            <p:nvPr/>
          </p:nvSpPr>
          <p:spPr>
            <a:xfrm rot="10800000">
              <a:off x="6206861" y="239617"/>
              <a:ext cx="5798545" cy="637876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7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 rot="10800000">
              <a:off x="6150596" y="239617"/>
              <a:ext cx="5798545" cy="637876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7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 rot="10800000">
              <a:off x="6094331" y="239617"/>
              <a:ext cx="5798545" cy="6378766"/>
            </a:xfrm>
            <a:prstGeom prst="rect">
              <a:avLst/>
            </a:prstGeom>
            <a:gradFill flip="none" rotWithShape="1">
              <a:gsLst>
                <a:gs pos="62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 rot="10800000">
              <a:off x="6112611" y="242371"/>
              <a:ext cx="5724000" cy="6378766"/>
            </a:xfrm>
            <a:prstGeom prst="rect">
              <a:avLst/>
            </a:prstGeom>
            <a:gradFill flip="none" rotWithShape="1">
              <a:gsLst>
                <a:gs pos="69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12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6340056" y="174427"/>
            <a:ext cx="542759" cy="1163339"/>
            <a:chOff x="6399701" y="177188"/>
            <a:chExt cx="542759" cy="1163339"/>
          </a:xfrm>
          <a:solidFill>
            <a:srgbClr val="1A3F6C"/>
          </a:solidFill>
        </p:grpSpPr>
        <p:sp>
          <p:nvSpPr>
            <p:cNvPr id="28" name="直角三角形 27"/>
            <p:cNvSpPr/>
            <p:nvPr/>
          </p:nvSpPr>
          <p:spPr>
            <a:xfrm>
              <a:off x="6883579" y="177188"/>
              <a:ext cx="58881" cy="62429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29" name="五边形 8"/>
            <p:cNvSpPr/>
            <p:nvPr/>
          </p:nvSpPr>
          <p:spPr>
            <a:xfrm rot="5400000">
              <a:off x="6063639" y="516004"/>
              <a:ext cx="1160585" cy="488462"/>
            </a:xfrm>
            <a:prstGeom prst="homePlate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221279" y="155792"/>
            <a:ext cx="11749443" cy="6546416"/>
          </a:xfrm>
          <a:prstGeom prst="rect">
            <a:avLst/>
          </a:prstGeom>
          <a:solidFill>
            <a:srgbClr val="1A3F6C"/>
          </a:solidFill>
          <a:ln>
            <a:noFill/>
          </a:ln>
          <a:effectLst>
            <a:outerShdw blurRad="2032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华文细黑" panose="02010600040101010101" pitchFamily="2" charset="-122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391633" y="238240"/>
            <a:ext cx="5704367" cy="6381520"/>
            <a:chOff x="380561" y="238240"/>
            <a:chExt cx="5704367" cy="6381520"/>
          </a:xfrm>
        </p:grpSpPr>
        <p:sp>
          <p:nvSpPr>
            <p:cNvPr id="7" name="矩形 6"/>
            <p:cNvSpPr/>
            <p:nvPr/>
          </p:nvSpPr>
          <p:spPr>
            <a:xfrm rot="10800000" flipH="1">
              <a:off x="380561" y="238240"/>
              <a:ext cx="5595772" cy="637876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7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 rot="10800000" flipH="1">
              <a:off x="434858" y="238240"/>
              <a:ext cx="5595772" cy="637876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7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 rot="10800000" flipH="1">
              <a:off x="489156" y="238240"/>
              <a:ext cx="5595772" cy="6378766"/>
            </a:xfrm>
            <a:prstGeom prst="rect">
              <a:avLst/>
            </a:prstGeom>
            <a:gradFill flip="none" rotWithShape="1">
              <a:gsLst>
                <a:gs pos="62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 rot="10800000" flipH="1">
              <a:off x="543453" y="240994"/>
              <a:ext cx="5523834" cy="6378766"/>
            </a:xfrm>
            <a:prstGeom prst="rect">
              <a:avLst/>
            </a:prstGeom>
            <a:gradFill flip="none" rotWithShape="1">
              <a:gsLst>
                <a:gs pos="69000">
                  <a:schemeClr val="bg1"/>
                </a:gs>
                <a:gs pos="0">
                  <a:schemeClr val="accent1">
                    <a:lumMod val="5000"/>
                    <a:lumOff val="95000"/>
                  </a:schemeClr>
                </a:gs>
                <a:gs pos="8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E8C38-6E5F-4D86-AC93-43A246403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6E84A5-4CD8-4D2D-A691-9F17770431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E8C38-6E5F-4D86-AC93-43A246403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6E84A5-4CD8-4D2D-A691-9F17770431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E8C38-6E5F-4D86-AC93-43A246403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6E84A5-4CD8-4D2D-A691-9F17770431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E8C38-6E5F-4D86-AC93-43A246403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6E84A5-4CD8-4D2D-A691-9F17770431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E8C38-6E5F-4D86-AC93-43A246403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6E84A5-4CD8-4D2D-A691-9F17770431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timgsa.baidu.com/timg?image&amp;quality=80&amp;size=b9999_10000&amp;sec=1535984365253&amp;di=9f96cdcdc05ac9f4fbe3a1f32da98df8&amp;imgtype=0&amp;src=http%3A%2F%2Fpic2.ooopic.com%2F12%2F36%2F40%2F57bOOOPIC4d_1024.jpg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2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.xml"/><Relationship Id="rId13" Type="http://schemas.microsoft.com/office/2007/relationships/hdphoto" Target="../media/image4.wdp"/><Relationship Id="rId12" Type="http://schemas.openxmlformats.org/officeDocument/2006/relationships/image" Target="../media/image3.png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8474548" y="1930057"/>
            <a:ext cx="790222" cy="701296"/>
            <a:chOff x="649053" y="2256869"/>
            <a:chExt cx="860826" cy="763954"/>
          </a:xfrm>
          <a:solidFill>
            <a:srgbClr val="1A3F6C"/>
          </a:solidFill>
        </p:grpSpPr>
        <p:sp>
          <p:nvSpPr>
            <p:cNvPr id="8" name="Freeform 5"/>
            <p:cNvSpPr/>
            <p:nvPr/>
          </p:nvSpPr>
          <p:spPr bwMode="auto">
            <a:xfrm>
              <a:off x="649053" y="2256869"/>
              <a:ext cx="860826" cy="763954"/>
            </a:xfrm>
            <a:custGeom>
              <a:avLst/>
              <a:gdLst>
                <a:gd name="T0" fmla="*/ 2061 w 4096"/>
                <a:gd name="T1" fmla="*/ 0 h 3632"/>
                <a:gd name="T2" fmla="*/ 2066 w 4096"/>
                <a:gd name="T3" fmla="*/ 0 h 3632"/>
                <a:gd name="T4" fmla="*/ 2107 w 4096"/>
                <a:gd name="T5" fmla="*/ 29 h 3632"/>
                <a:gd name="T6" fmla="*/ 4096 w 4096"/>
                <a:gd name="T7" fmla="*/ 1304 h 3632"/>
                <a:gd name="T8" fmla="*/ 4096 w 4096"/>
                <a:gd name="T9" fmla="*/ 1306 h 3632"/>
                <a:gd name="T10" fmla="*/ 4089 w 4096"/>
                <a:gd name="T11" fmla="*/ 1308 h 3632"/>
                <a:gd name="T12" fmla="*/ 3367 w 4096"/>
                <a:gd name="T13" fmla="*/ 1728 h 3632"/>
                <a:gd name="T14" fmla="*/ 3367 w 4096"/>
                <a:gd name="T15" fmla="*/ 1472 h 3632"/>
                <a:gd name="T16" fmla="*/ 3369 w 4096"/>
                <a:gd name="T17" fmla="*/ 1403 h 3632"/>
                <a:gd name="T18" fmla="*/ 3239 w 4096"/>
                <a:gd name="T19" fmla="*/ 1314 h 3632"/>
                <a:gd name="T20" fmla="*/ 2840 w 4096"/>
                <a:gd name="T21" fmla="*/ 1190 h 3632"/>
                <a:gd name="T22" fmla="*/ 2292 w 4096"/>
                <a:gd name="T23" fmla="*/ 1130 h 3632"/>
                <a:gd name="T24" fmla="*/ 1806 w 4096"/>
                <a:gd name="T25" fmla="*/ 1130 h 3632"/>
                <a:gd name="T26" fmla="*/ 1203 w 4096"/>
                <a:gd name="T27" fmla="*/ 1205 h 3632"/>
                <a:gd name="T28" fmla="*/ 935 w 4096"/>
                <a:gd name="T29" fmla="*/ 1291 h 3632"/>
                <a:gd name="T30" fmla="*/ 782 w 4096"/>
                <a:gd name="T31" fmla="*/ 1383 h 3632"/>
                <a:gd name="T32" fmla="*/ 781 w 4096"/>
                <a:gd name="T33" fmla="*/ 1732 h 3632"/>
                <a:gd name="T34" fmla="*/ 445 w 4096"/>
                <a:gd name="T35" fmla="*/ 1532 h 3632"/>
                <a:gd name="T36" fmla="*/ 443 w 4096"/>
                <a:gd name="T37" fmla="*/ 1644 h 3632"/>
                <a:gd name="T38" fmla="*/ 441 w 4096"/>
                <a:gd name="T39" fmla="*/ 2288 h 3632"/>
                <a:gd name="T40" fmla="*/ 439 w 4096"/>
                <a:gd name="T41" fmla="*/ 2440 h 3632"/>
                <a:gd name="T42" fmla="*/ 440 w 4096"/>
                <a:gd name="T43" fmla="*/ 2512 h 3632"/>
                <a:gd name="T44" fmla="*/ 586 w 4096"/>
                <a:gd name="T45" fmla="*/ 3632 h 3632"/>
                <a:gd name="T46" fmla="*/ 130 w 4096"/>
                <a:gd name="T47" fmla="*/ 3632 h 3632"/>
                <a:gd name="T48" fmla="*/ 197 w 4096"/>
                <a:gd name="T49" fmla="*/ 3169 h 3632"/>
                <a:gd name="T50" fmla="*/ 286 w 4096"/>
                <a:gd name="T51" fmla="*/ 2540 h 3632"/>
                <a:gd name="T52" fmla="*/ 293 w 4096"/>
                <a:gd name="T53" fmla="*/ 2420 h 3632"/>
                <a:gd name="T54" fmla="*/ 295 w 4096"/>
                <a:gd name="T55" fmla="*/ 1796 h 3632"/>
                <a:gd name="T56" fmla="*/ 297 w 4096"/>
                <a:gd name="T57" fmla="*/ 1664 h 3632"/>
                <a:gd name="T58" fmla="*/ 298 w 4096"/>
                <a:gd name="T59" fmla="*/ 1444 h 3632"/>
                <a:gd name="T60" fmla="*/ 0 w 4096"/>
                <a:gd name="T61" fmla="*/ 1266 h 3632"/>
                <a:gd name="T62" fmla="*/ 0 w 4096"/>
                <a:gd name="T63" fmla="*/ 1266 h 3632"/>
                <a:gd name="T64" fmla="*/ 685 w 4096"/>
                <a:gd name="T65" fmla="*/ 845 h 3632"/>
                <a:gd name="T66" fmla="*/ 2061 w 4096"/>
                <a:gd name="T67" fmla="*/ 0 h 3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96" h="3632">
                  <a:moveTo>
                    <a:pt x="2061" y="0"/>
                  </a:moveTo>
                  <a:cubicBezTo>
                    <a:pt x="2066" y="0"/>
                    <a:pt x="2066" y="0"/>
                    <a:pt x="2066" y="0"/>
                  </a:cubicBezTo>
                  <a:cubicBezTo>
                    <a:pt x="2079" y="11"/>
                    <a:pt x="2093" y="20"/>
                    <a:pt x="2107" y="29"/>
                  </a:cubicBezTo>
                  <a:cubicBezTo>
                    <a:pt x="2770" y="454"/>
                    <a:pt x="3433" y="878"/>
                    <a:pt x="4096" y="1304"/>
                  </a:cubicBezTo>
                  <a:cubicBezTo>
                    <a:pt x="4096" y="1306"/>
                    <a:pt x="4096" y="1306"/>
                    <a:pt x="4096" y="1306"/>
                  </a:cubicBezTo>
                  <a:cubicBezTo>
                    <a:pt x="4094" y="1307"/>
                    <a:pt x="4091" y="1308"/>
                    <a:pt x="4089" y="1308"/>
                  </a:cubicBezTo>
                  <a:cubicBezTo>
                    <a:pt x="3848" y="1448"/>
                    <a:pt x="3608" y="1588"/>
                    <a:pt x="3367" y="1728"/>
                  </a:cubicBezTo>
                  <a:cubicBezTo>
                    <a:pt x="3367" y="1643"/>
                    <a:pt x="3367" y="1557"/>
                    <a:pt x="3367" y="1472"/>
                  </a:cubicBezTo>
                  <a:cubicBezTo>
                    <a:pt x="3367" y="1449"/>
                    <a:pt x="3368" y="1426"/>
                    <a:pt x="3369" y="1403"/>
                  </a:cubicBezTo>
                  <a:cubicBezTo>
                    <a:pt x="3329" y="1369"/>
                    <a:pt x="3287" y="1337"/>
                    <a:pt x="3239" y="1314"/>
                  </a:cubicBezTo>
                  <a:cubicBezTo>
                    <a:pt x="3113" y="1252"/>
                    <a:pt x="2977" y="1217"/>
                    <a:pt x="2840" y="1190"/>
                  </a:cubicBezTo>
                  <a:cubicBezTo>
                    <a:pt x="2659" y="1155"/>
                    <a:pt x="2476" y="1138"/>
                    <a:pt x="2292" y="1130"/>
                  </a:cubicBezTo>
                  <a:cubicBezTo>
                    <a:pt x="2130" y="1123"/>
                    <a:pt x="1968" y="1123"/>
                    <a:pt x="1806" y="1130"/>
                  </a:cubicBezTo>
                  <a:cubicBezTo>
                    <a:pt x="1604" y="1140"/>
                    <a:pt x="1401" y="1160"/>
                    <a:pt x="1203" y="1205"/>
                  </a:cubicBezTo>
                  <a:cubicBezTo>
                    <a:pt x="1111" y="1226"/>
                    <a:pt x="1021" y="1253"/>
                    <a:pt x="935" y="1291"/>
                  </a:cubicBezTo>
                  <a:cubicBezTo>
                    <a:pt x="879" y="1314"/>
                    <a:pt x="830" y="1348"/>
                    <a:pt x="782" y="1383"/>
                  </a:cubicBezTo>
                  <a:cubicBezTo>
                    <a:pt x="782" y="1499"/>
                    <a:pt x="782" y="1615"/>
                    <a:pt x="781" y="1732"/>
                  </a:cubicBezTo>
                  <a:cubicBezTo>
                    <a:pt x="668" y="1667"/>
                    <a:pt x="558" y="1598"/>
                    <a:pt x="445" y="1532"/>
                  </a:cubicBezTo>
                  <a:cubicBezTo>
                    <a:pt x="445" y="1570"/>
                    <a:pt x="445" y="1607"/>
                    <a:pt x="443" y="1644"/>
                  </a:cubicBezTo>
                  <a:cubicBezTo>
                    <a:pt x="443" y="1859"/>
                    <a:pt x="441" y="2073"/>
                    <a:pt x="441" y="2288"/>
                  </a:cubicBezTo>
                  <a:cubicBezTo>
                    <a:pt x="438" y="2339"/>
                    <a:pt x="439" y="2389"/>
                    <a:pt x="439" y="2440"/>
                  </a:cubicBezTo>
                  <a:cubicBezTo>
                    <a:pt x="439" y="2464"/>
                    <a:pt x="438" y="2488"/>
                    <a:pt x="440" y="2512"/>
                  </a:cubicBezTo>
                  <a:cubicBezTo>
                    <a:pt x="488" y="2885"/>
                    <a:pt x="537" y="3258"/>
                    <a:pt x="586" y="3632"/>
                  </a:cubicBezTo>
                  <a:cubicBezTo>
                    <a:pt x="130" y="3632"/>
                    <a:pt x="130" y="3632"/>
                    <a:pt x="130" y="3632"/>
                  </a:cubicBezTo>
                  <a:cubicBezTo>
                    <a:pt x="153" y="3478"/>
                    <a:pt x="174" y="3323"/>
                    <a:pt x="197" y="3169"/>
                  </a:cubicBezTo>
                  <a:cubicBezTo>
                    <a:pt x="227" y="2959"/>
                    <a:pt x="257" y="2750"/>
                    <a:pt x="286" y="2540"/>
                  </a:cubicBezTo>
                  <a:cubicBezTo>
                    <a:pt x="294" y="2501"/>
                    <a:pt x="289" y="2460"/>
                    <a:pt x="293" y="2420"/>
                  </a:cubicBezTo>
                  <a:cubicBezTo>
                    <a:pt x="294" y="2212"/>
                    <a:pt x="295" y="2004"/>
                    <a:pt x="295" y="1796"/>
                  </a:cubicBezTo>
                  <a:cubicBezTo>
                    <a:pt x="297" y="1752"/>
                    <a:pt x="297" y="1708"/>
                    <a:pt x="297" y="1664"/>
                  </a:cubicBezTo>
                  <a:cubicBezTo>
                    <a:pt x="297" y="1591"/>
                    <a:pt x="298" y="1517"/>
                    <a:pt x="298" y="1444"/>
                  </a:cubicBezTo>
                  <a:cubicBezTo>
                    <a:pt x="199" y="1385"/>
                    <a:pt x="99" y="1326"/>
                    <a:pt x="0" y="1266"/>
                  </a:cubicBezTo>
                  <a:cubicBezTo>
                    <a:pt x="0" y="1266"/>
                    <a:pt x="0" y="1266"/>
                    <a:pt x="0" y="1266"/>
                  </a:cubicBezTo>
                  <a:cubicBezTo>
                    <a:pt x="229" y="1126"/>
                    <a:pt x="457" y="985"/>
                    <a:pt x="685" y="845"/>
                  </a:cubicBezTo>
                  <a:cubicBezTo>
                    <a:pt x="1144" y="563"/>
                    <a:pt x="1603" y="282"/>
                    <a:pt x="20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9" name="Freeform 6"/>
            <p:cNvSpPr/>
            <p:nvPr/>
          </p:nvSpPr>
          <p:spPr bwMode="auto">
            <a:xfrm>
              <a:off x="846277" y="2547485"/>
              <a:ext cx="467538" cy="240729"/>
            </a:xfrm>
            <a:custGeom>
              <a:avLst/>
              <a:gdLst>
                <a:gd name="T0" fmla="*/ 466 w 2224"/>
                <a:gd name="T1" fmla="*/ 60 h 1145"/>
                <a:gd name="T2" fmla="*/ 1030 w 2224"/>
                <a:gd name="T3" fmla="*/ 3 h 1145"/>
                <a:gd name="T4" fmla="*/ 1262 w 2224"/>
                <a:gd name="T5" fmla="*/ 5 h 1145"/>
                <a:gd name="T6" fmla="*/ 1734 w 2224"/>
                <a:gd name="T7" fmla="*/ 59 h 1145"/>
                <a:gd name="T8" fmla="*/ 2001 w 2224"/>
                <a:gd name="T9" fmla="*/ 133 h 1145"/>
                <a:gd name="T10" fmla="*/ 2202 w 2224"/>
                <a:gd name="T11" fmla="*/ 238 h 1145"/>
                <a:gd name="T12" fmla="*/ 2222 w 2224"/>
                <a:gd name="T13" fmla="*/ 259 h 1145"/>
                <a:gd name="T14" fmla="*/ 2221 w 2224"/>
                <a:gd name="T15" fmla="*/ 355 h 1145"/>
                <a:gd name="T16" fmla="*/ 2220 w 2224"/>
                <a:gd name="T17" fmla="*/ 719 h 1145"/>
                <a:gd name="T18" fmla="*/ 2217 w 2224"/>
                <a:gd name="T19" fmla="*/ 951 h 1145"/>
                <a:gd name="T20" fmla="*/ 2216 w 2224"/>
                <a:gd name="T21" fmla="*/ 1145 h 1145"/>
                <a:gd name="T22" fmla="*/ 1954 w 2224"/>
                <a:gd name="T23" fmla="*/ 1144 h 1145"/>
                <a:gd name="T24" fmla="*/ 1834 w 2224"/>
                <a:gd name="T25" fmla="*/ 1142 h 1145"/>
                <a:gd name="T26" fmla="*/ 1294 w 2224"/>
                <a:gd name="T27" fmla="*/ 1140 h 1145"/>
                <a:gd name="T28" fmla="*/ 1034 w 2224"/>
                <a:gd name="T29" fmla="*/ 1137 h 1145"/>
                <a:gd name="T30" fmla="*/ 654 w 2224"/>
                <a:gd name="T31" fmla="*/ 1136 h 1145"/>
                <a:gd name="T32" fmla="*/ 598 w 2224"/>
                <a:gd name="T33" fmla="*/ 1134 h 1145"/>
                <a:gd name="T34" fmla="*/ 74 w 2224"/>
                <a:gd name="T35" fmla="*/ 1132 h 1145"/>
                <a:gd name="T36" fmla="*/ 1 w 2224"/>
                <a:gd name="T37" fmla="*/ 1131 h 1145"/>
                <a:gd name="T38" fmla="*/ 3 w 2224"/>
                <a:gd name="T39" fmla="*/ 995 h 1145"/>
                <a:gd name="T40" fmla="*/ 6 w 2224"/>
                <a:gd name="T41" fmla="*/ 399 h 1145"/>
                <a:gd name="T42" fmla="*/ 8 w 2224"/>
                <a:gd name="T43" fmla="*/ 241 h 1145"/>
                <a:gd name="T44" fmla="*/ 166 w 2224"/>
                <a:gd name="T45" fmla="*/ 151 h 1145"/>
                <a:gd name="T46" fmla="*/ 466 w 2224"/>
                <a:gd name="T47" fmla="*/ 60 h 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224" h="1145">
                  <a:moveTo>
                    <a:pt x="466" y="60"/>
                  </a:moveTo>
                  <a:cubicBezTo>
                    <a:pt x="651" y="22"/>
                    <a:pt x="841" y="6"/>
                    <a:pt x="1030" y="3"/>
                  </a:cubicBezTo>
                  <a:cubicBezTo>
                    <a:pt x="1108" y="0"/>
                    <a:pt x="1185" y="4"/>
                    <a:pt x="1262" y="5"/>
                  </a:cubicBezTo>
                  <a:cubicBezTo>
                    <a:pt x="1420" y="12"/>
                    <a:pt x="1579" y="27"/>
                    <a:pt x="1734" y="59"/>
                  </a:cubicBezTo>
                  <a:cubicBezTo>
                    <a:pt x="1824" y="77"/>
                    <a:pt x="1914" y="101"/>
                    <a:pt x="2001" y="133"/>
                  </a:cubicBezTo>
                  <a:cubicBezTo>
                    <a:pt x="2071" y="161"/>
                    <a:pt x="2141" y="193"/>
                    <a:pt x="2202" y="238"/>
                  </a:cubicBezTo>
                  <a:cubicBezTo>
                    <a:pt x="2209" y="245"/>
                    <a:pt x="2219" y="249"/>
                    <a:pt x="2222" y="259"/>
                  </a:cubicBezTo>
                  <a:cubicBezTo>
                    <a:pt x="2224" y="291"/>
                    <a:pt x="2221" y="323"/>
                    <a:pt x="2221" y="355"/>
                  </a:cubicBezTo>
                  <a:cubicBezTo>
                    <a:pt x="2221" y="476"/>
                    <a:pt x="2220" y="598"/>
                    <a:pt x="2220" y="719"/>
                  </a:cubicBezTo>
                  <a:cubicBezTo>
                    <a:pt x="2218" y="796"/>
                    <a:pt x="2220" y="874"/>
                    <a:pt x="2217" y="951"/>
                  </a:cubicBezTo>
                  <a:cubicBezTo>
                    <a:pt x="2217" y="1016"/>
                    <a:pt x="2217" y="1080"/>
                    <a:pt x="2216" y="1145"/>
                  </a:cubicBezTo>
                  <a:cubicBezTo>
                    <a:pt x="2129" y="1144"/>
                    <a:pt x="2041" y="1144"/>
                    <a:pt x="1954" y="1144"/>
                  </a:cubicBezTo>
                  <a:cubicBezTo>
                    <a:pt x="1914" y="1141"/>
                    <a:pt x="1874" y="1143"/>
                    <a:pt x="1834" y="1142"/>
                  </a:cubicBezTo>
                  <a:cubicBezTo>
                    <a:pt x="1654" y="1141"/>
                    <a:pt x="1474" y="1140"/>
                    <a:pt x="1294" y="1140"/>
                  </a:cubicBezTo>
                  <a:cubicBezTo>
                    <a:pt x="1207" y="1137"/>
                    <a:pt x="1121" y="1139"/>
                    <a:pt x="1034" y="1137"/>
                  </a:cubicBezTo>
                  <a:cubicBezTo>
                    <a:pt x="907" y="1137"/>
                    <a:pt x="781" y="1136"/>
                    <a:pt x="654" y="1136"/>
                  </a:cubicBezTo>
                  <a:cubicBezTo>
                    <a:pt x="636" y="1136"/>
                    <a:pt x="617" y="1135"/>
                    <a:pt x="598" y="1134"/>
                  </a:cubicBezTo>
                  <a:cubicBezTo>
                    <a:pt x="424" y="1134"/>
                    <a:pt x="249" y="1133"/>
                    <a:pt x="74" y="1132"/>
                  </a:cubicBezTo>
                  <a:cubicBezTo>
                    <a:pt x="50" y="1131"/>
                    <a:pt x="26" y="1133"/>
                    <a:pt x="1" y="1131"/>
                  </a:cubicBezTo>
                  <a:cubicBezTo>
                    <a:pt x="1" y="1086"/>
                    <a:pt x="0" y="1040"/>
                    <a:pt x="3" y="995"/>
                  </a:cubicBezTo>
                  <a:cubicBezTo>
                    <a:pt x="4" y="796"/>
                    <a:pt x="5" y="598"/>
                    <a:pt x="6" y="399"/>
                  </a:cubicBezTo>
                  <a:cubicBezTo>
                    <a:pt x="9" y="347"/>
                    <a:pt x="5" y="294"/>
                    <a:pt x="8" y="241"/>
                  </a:cubicBezTo>
                  <a:cubicBezTo>
                    <a:pt x="55" y="202"/>
                    <a:pt x="111" y="176"/>
                    <a:pt x="166" y="151"/>
                  </a:cubicBezTo>
                  <a:cubicBezTo>
                    <a:pt x="262" y="110"/>
                    <a:pt x="363" y="82"/>
                    <a:pt x="466" y="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  <p:sp>
        <p:nvSpPr>
          <p:cNvPr id="12" name="PA_文本框 24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1"/>
            </p:custDataLst>
          </p:nvPr>
        </p:nvSpPr>
        <p:spPr>
          <a:xfrm>
            <a:off x="6308702" y="3071033"/>
            <a:ext cx="5109091" cy="830997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4800" b="1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吉林</a:t>
            </a:r>
            <a:r>
              <a:rPr lang="zh-CN" altLang="en-US" sz="4800" b="1" dirty="0" smtClean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大学</a:t>
            </a:r>
            <a:r>
              <a:rPr lang="zh-CN" altLang="en-US" sz="4800" dirty="0" smtClean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开</a:t>
            </a:r>
            <a:r>
              <a:rPr lang="zh-CN" altLang="en-US" sz="480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题报告</a:t>
            </a:r>
            <a:endParaRPr lang="zh-CN" altLang="en-US" sz="480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3" name="PA_文本框 27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2"/>
            </p:custDataLst>
          </p:nvPr>
        </p:nvSpPr>
        <p:spPr>
          <a:xfrm>
            <a:off x="7810333" y="4239243"/>
            <a:ext cx="212109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吉林大学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XXX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学院 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6" name="PA_任意多边形 30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3"/>
            </p:custDataLst>
          </p:nvPr>
        </p:nvSpPr>
        <p:spPr>
          <a:xfrm>
            <a:off x="6247549" y="4427564"/>
            <a:ext cx="1129553" cy="0"/>
          </a:xfrm>
          <a:custGeom>
            <a:avLst/>
            <a:gdLst>
              <a:gd name="connsiteX0" fmla="*/ 1129553 w 1129553"/>
              <a:gd name="connsiteY0" fmla="*/ 0 h 0"/>
              <a:gd name="connsiteX1" fmla="*/ 0 w 112955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29553">
                <a:moveTo>
                  <a:pt x="1129553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513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220F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7" name="PA_任意多边形 3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4"/>
            </p:custDataLst>
          </p:nvPr>
        </p:nvSpPr>
        <p:spPr>
          <a:xfrm>
            <a:off x="10368885" y="4427564"/>
            <a:ext cx="1129553" cy="0"/>
          </a:xfrm>
          <a:custGeom>
            <a:avLst/>
            <a:gdLst>
              <a:gd name="connsiteX0" fmla="*/ 1129553 w 1129553"/>
              <a:gd name="connsiteY0" fmla="*/ 0 h 0"/>
              <a:gd name="connsiteX1" fmla="*/ 0 w 112955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29553">
                <a:moveTo>
                  <a:pt x="1129553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513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0220F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8" name="矩形 17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/>
        </p:nvSpPr>
        <p:spPr>
          <a:xfrm>
            <a:off x="5761049" y="3788643"/>
            <a:ext cx="607021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rgbClr val="333333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THESIS DEFENSE POWERPOINT TEMPLATE</a:t>
            </a:r>
            <a:endParaRPr lang="zh-CN" altLang="en-US" sz="16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9" name="PA_文本框 28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5"/>
            </p:custDataLst>
          </p:nvPr>
        </p:nvSpPr>
        <p:spPr>
          <a:xfrm>
            <a:off x="9820881" y="4989082"/>
            <a:ext cx="1583690" cy="33718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指导老师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：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charset="0"/>
                <a:ea typeface="字魂59号-创粗黑" charset="0"/>
              </a:rPr>
              <a:t>XXX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0" name="PA_文本框 2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6"/>
            </p:custDataLst>
          </p:nvPr>
        </p:nvSpPr>
        <p:spPr>
          <a:xfrm>
            <a:off x="9823162" y="5306770"/>
            <a:ext cx="264445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答 辩 人 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XXX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71" y="250789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 animBg="1"/>
      <p:bldP spid="17" grpId="0" animBg="1"/>
      <p:bldP spid="18" grpId="0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1328057" y="2017105"/>
            <a:ext cx="9383485" cy="3701523"/>
            <a:chOff x="1328057" y="2017105"/>
            <a:chExt cx="9383485" cy="3701523"/>
          </a:xfrm>
        </p:grpSpPr>
        <p:grpSp>
          <p:nvGrpSpPr>
            <p:cNvPr id="12" name="组合 11"/>
            <p:cNvGrpSpPr/>
            <p:nvPr/>
          </p:nvGrpSpPr>
          <p:grpSpPr>
            <a:xfrm>
              <a:off x="1446412" y="2017105"/>
              <a:ext cx="9139521" cy="3701523"/>
              <a:chOff x="1526239" y="2321906"/>
              <a:chExt cx="9139521" cy="2910636"/>
            </a:xfrm>
          </p:grpSpPr>
          <p:sp>
            <p:nvSpPr>
              <p:cNvPr id="13" name="矩形 12"/>
              <p:cNvSpPr/>
              <p:nvPr/>
            </p:nvSpPr>
            <p:spPr>
              <a:xfrm flipH="1">
                <a:off x="1526239" y="2321906"/>
                <a:ext cx="4569761" cy="2910636"/>
              </a:xfrm>
              <a:prstGeom prst="rect">
                <a:avLst/>
              </a:prstGeom>
              <a:gradFill>
                <a:gsLst>
                  <a:gs pos="100000">
                    <a:schemeClr val="tx2">
                      <a:lumMod val="20000"/>
                      <a:lumOff val="80000"/>
                    </a:schemeClr>
                  </a:gs>
                  <a:gs pos="13000">
                    <a:schemeClr val="tx2">
                      <a:lumMod val="20000"/>
                      <a:lumOff val="80000"/>
                    </a:schemeClr>
                  </a:gs>
                  <a:gs pos="5000">
                    <a:schemeClr val="tx2">
                      <a:lumMod val="40000"/>
                      <a:lumOff val="60000"/>
                    </a:schemeClr>
                  </a:gs>
                  <a:gs pos="0">
                    <a:schemeClr val="tx2">
                      <a:lumMod val="60000"/>
                      <a:lumOff val="40000"/>
                      <a:alpha val="52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6095999" y="2321906"/>
                <a:ext cx="4569761" cy="2910636"/>
              </a:xfrm>
              <a:prstGeom prst="rect">
                <a:avLst/>
              </a:prstGeom>
              <a:gradFill>
                <a:gsLst>
                  <a:gs pos="100000">
                    <a:schemeClr val="tx2">
                      <a:lumMod val="20000"/>
                      <a:lumOff val="80000"/>
                    </a:schemeClr>
                  </a:gs>
                  <a:gs pos="13000">
                    <a:schemeClr val="tx2">
                      <a:lumMod val="20000"/>
                      <a:lumOff val="80000"/>
                    </a:schemeClr>
                  </a:gs>
                  <a:gs pos="5000">
                    <a:schemeClr val="tx2">
                      <a:lumMod val="40000"/>
                      <a:lumOff val="60000"/>
                    </a:schemeClr>
                  </a:gs>
                  <a:gs pos="0">
                    <a:schemeClr val="tx2">
                      <a:lumMod val="60000"/>
                      <a:lumOff val="40000"/>
                      <a:alpha val="41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1328057" y="3448937"/>
              <a:ext cx="118354" cy="714829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593188" y="3448936"/>
              <a:ext cx="118354" cy="714829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676400" y="2073763"/>
            <a:ext cx="8686800" cy="346517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6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并选择只保留文字，您的内容打在这里，或者通过复制您的文本后，在此框中选择粘贴并选择只保留文字，您的内容打在这里，或者通过复制您的文本后，在此框中选择粘贴并选择只保留文字，您的内容打在这里，或者通过复制您的文本后，在此框中选择粘贴并选择只保留文字，您的内容打在这里，或者通过复制您的文本后，在此框中选择粘贴并选择只保留文字，您的内容打在这里，或者通过复制您的文本后，在此框中选择粘贴并选择只保留文字，您的内容打在这里，或者通过复制您的文本后，在此框中选择粘贴并选择只保留文字</a:t>
            </a:r>
            <a:endParaRPr lang="zh-CN" altLang="en-US" sz="16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3" name="文本框 2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3" y="477906"/>
            <a:ext cx="2003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课题简介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4" name="文本框 2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649409" y="919539"/>
            <a:ext cx="188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pc="120" dirty="0" err="1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Ke</a:t>
            </a: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 </a:t>
            </a:r>
            <a:r>
              <a:rPr lang="en-US" altLang="zh-CN" spc="120" dirty="0" err="1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ti</a:t>
            </a: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 </a:t>
            </a:r>
            <a:r>
              <a:rPr lang="en-US" altLang="zh-CN" spc="120" dirty="0" err="1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jian</a:t>
            </a: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 </a:t>
            </a:r>
            <a:r>
              <a:rPr lang="en-US" altLang="zh-CN" spc="120" dirty="0" err="1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jie</a:t>
            </a:r>
            <a:endParaRPr lang="zh-CN" altLang="en-US" spc="120" dirty="0">
              <a:solidFill>
                <a:srgbClr val="2A3A4A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3" y="477906"/>
            <a:ext cx="2003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120" normalizeH="0" baseline="0" noProof="0" dirty="0">
                <a:ln>
                  <a:noFill/>
                </a:ln>
                <a:solidFill>
                  <a:srgbClr val="1A3F6C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选题依据</a:t>
            </a:r>
            <a:endParaRPr kumimoji="0" lang="zh-CN" altLang="en-US" sz="3200" b="0" i="0" u="none" strike="noStrike" kern="1200" cap="none" spc="120" normalizeH="0" baseline="0" noProof="0" dirty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字魂59号-创粗黑" panose="00000500000000000000" charset="-122"/>
              <a:ea typeface="字魂59号-创粗黑" panose="00000500000000000000" charset="-122"/>
              <a:cs typeface="+mn-cs"/>
            </a:endParaRPr>
          </a:p>
        </p:txBody>
      </p:sp>
      <p:sp>
        <p:nvSpPr>
          <p:cNvPr id="24" name="文本框 2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649409" y="919539"/>
            <a:ext cx="188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Xuan </a:t>
            </a:r>
            <a:r>
              <a:rPr kumimoji="0" lang="en-US" altLang="zh-CN" sz="1800" b="0" i="0" u="none" strike="noStrike" kern="1200" cap="none" spc="120" normalizeH="0" baseline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ti</a:t>
            </a: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120" normalizeH="0" baseline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yi</a:t>
            </a: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120" normalizeH="0" baseline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ju</a:t>
            </a:r>
            <a:endParaRPr kumimoji="0" lang="zh-CN" altLang="en-US" sz="1800" b="0" i="0" u="none" strike="noStrike" kern="1200" cap="none" spc="120" normalizeH="0" baseline="0" noProof="0" dirty="0">
              <a:ln>
                <a:noFill/>
              </a:ln>
              <a:solidFill>
                <a:srgbClr val="2A3A4A"/>
              </a:solidFill>
              <a:effectLst/>
              <a:uLnTx/>
              <a:uFillTx/>
              <a:latin typeface="字魂59号-创粗黑" panose="00000500000000000000" charset="-122"/>
              <a:ea typeface="字魂59号-创粗黑" panose="00000500000000000000" charset="-122"/>
              <a:cs typeface="+mn-cs"/>
            </a:endParaRPr>
          </a:p>
        </p:txBody>
      </p:sp>
      <p:sp>
        <p:nvSpPr>
          <p:cNvPr id="11" name="椭圆 10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/>
        </p:nvSpPr>
        <p:spPr>
          <a:xfrm>
            <a:off x="1529180" y="1958411"/>
            <a:ext cx="2676044" cy="2676044"/>
          </a:xfrm>
          <a:prstGeom prst="ellipse">
            <a:avLst/>
          </a:prstGeom>
          <a:solidFill>
            <a:srgbClr val="F8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Group 4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GrpSpPr>
            <a:grpSpLocks noChangeAspect="1"/>
          </p:cNvGrpSpPr>
          <p:nvPr/>
        </p:nvGrpSpPr>
        <p:grpSpPr bwMode="auto">
          <a:xfrm>
            <a:off x="818604" y="2547258"/>
            <a:ext cx="2928324" cy="2991983"/>
            <a:chOff x="3" y="1441"/>
            <a:chExt cx="2300" cy="2350"/>
          </a:xfrm>
          <a:solidFill>
            <a:srgbClr val="1A3F6C"/>
          </a:solidFill>
        </p:grpSpPr>
        <p:sp>
          <p:nvSpPr>
            <p:cNvPr id="16" name="Freeform 5"/>
            <p:cNvSpPr/>
            <p:nvPr/>
          </p:nvSpPr>
          <p:spPr bwMode="auto">
            <a:xfrm>
              <a:off x="3" y="2741"/>
              <a:ext cx="1995" cy="1050"/>
            </a:xfrm>
            <a:custGeom>
              <a:avLst/>
              <a:gdLst>
                <a:gd name="T0" fmla="*/ 1604 w 1738"/>
                <a:gd name="T1" fmla="*/ 507 h 915"/>
                <a:gd name="T2" fmla="*/ 1269 w 1738"/>
                <a:gd name="T3" fmla="*/ 507 h 915"/>
                <a:gd name="T4" fmla="*/ 1236 w 1738"/>
                <a:gd name="T5" fmla="*/ 540 h 915"/>
                <a:gd name="T6" fmla="*/ 1269 w 1738"/>
                <a:gd name="T7" fmla="*/ 573 h 915"/>
                <a:gd name="T8" fmla="*/ 1604 w 1738"/>
                <a:gd name="T9" fmla="*/ 573 h 915"/>
                <a:gd name="T10" fmla="*/ 1672 w 1738"/>
                <a:gd name="T11" fmla="*/ 641 h 915"/>
                <a:gd name="T12" fmla="*/ 1669 w 1738"/>
                <a:gd name="T13" fmla="*/ 664 h 915"/>
                <a:gd name="T14" fmla="*/ 1604 w 1738"/>
                <a:gd name="T15" fmla="*/ 647 h 915"/>
                <a:gd name="T16" fmla="*/ 1146 w 1738"/>
                <a:gd name="T17" fmla="*/ 647 h 915"/>
                <a:gd name="T18" fmla="*/ 1126 w 1738"/>
                <a:gd name="T19" fmla="*/ 483 h 915"/>
                <a:gd name="T20" fmla="*/ 741 w 1738"/>
                <a:gd name="T21" fmla="*/ 99 h 915"/>
                <a:gd name="T22" fmla="*/ 503 w 1738"/>
                <a:gd name="T23" fmla="*/ 0 h 915"/>
                <a:gd name="T24" fmla="*/ 32 w 1738"/>
                <a:gd name="T25" fmla="*/ 0 h 915"/>
                <a:gd name="T26" fmla="*/ 0 w 1738"/>
                <a:gd name="T27" fmla="*/ 33 h 915"/>
                <a:gd name="T28" fmla="*/ 32 w 1738"/>
                <a:gd name="T29" fmla="*/ 65 h 915"/>
                <a:gd name="T30" fmla="*/ 503 w 1738"/>
                <a:gd name="T31" fmla="*/ 65 h 915"/>
                <a:gd name="T32" fmla="*/ 695 w 1738"/>
                <a:gd name="T33" fmla="*/ 145 h 915"/>
                <a:gd name="T34" fmla="*/ 1079 w 1738"/>
                <a:gd name="T35" fmla="*/ 529 h 915"/>
                <a:gd name="T36" fmla="*/ 1079 w 1738"/>
                <a:gd name="T37" fmla="*/ 627 h 915"/>
                <a:gd name="T38" fmla="*/ 982 w 1738"/>
                <a:gd name="T39" fmla="*/ 627 h 915"/>
                <a:gd name="T40" fmla="*/ 670 w 1738"/>
                <a:gd name="T41" fmla="*/ 314 h 915"/>
                <a:gd name="T42" fmla="*/ 624 w 1738"/>
                <a:gd name="T43" fmla="*/ 314 h 915"/>
                <a:gd name="T44" fmla="*/ 624 w 1738"/>
                <a:gd name="T45" fmla="*/ 361 h 915"/>
                <a:gd name="T46" fmla="*/ 936 w 1738"/>
                <a:gd name="T47" fmla="*/ 673 h 915"/>
                <a:gd name="T48" fmla="*/ 1028 w 1738"/>
                <a:gd name="T49" fmla="*/ 712 h 915"/>
                <a:gd name="T50" fmla="*/ 1031 w 1738"/>
                <a:gd name="T51" fmla="*/ 712 h 915"/>
                <a:gd name="T52" fmla="*/ 1604 w 1738"/>
                <a:gd name="T53" fmla="*/ 712 h 915"/>
                <a:gd name="T54" fmla="*/ 1672 w 1738"/>
                <a:gd name="T55" fmla="*/ 781 h 915"/>
                <a:gd name="T56" fmla="*/ 1604 w 1738"/>
                <a:gd name="T57" fmla="*/ 850 h 915"/>
                <a:gd name="T58" fmla="*/ 964 w 1738"/>
                <a:gd name="T59" fmla="*/ 849 h 915"/>
                <a:gd name="T60" fmla="*/ 902 w 1738"/>
                <a:gd name="T61" fmla="*/ 833 h 915"/>
                <a:gd name="T62" fmla="*/ 251 w 1738"/>
                <a:gd name="T63" fmla="*/ 431 h 915"/>
                <a:gd name="T64" fmla="*/ 250 w 1738"/>
                <a:gd name="T65" fmla="*/ 431 h 915"/>
                <a:gd name="T66" fmla="*/ 155 w 1738"/>
                <a:gd name="T67" fmla="*/ 406 h 915"/>
                <a:gd name="T68" fmla="*/ 32 w 1738"/>
                <a:gd name="T69" fmla="*/ 406 h 915"/>
                <a:gd name="T70" fmla="*/ 0 w 1738"/>
                <a:gd name="T71" fmla="*/ 438 h 915"/>
                <a:gd name="T72" fmla="*/ 32 w 1738"/>
                <a:gd name="T73" fmla="*/ 471 h 915"/>
                <a:gd name="T74" fmla="*/ 155 w 1738"/>
                <a:gd name="T75" fmla="*/ 471 h 915"/>
                <a:gd name="T76" fmla="*/ 218 w 1738"/>
                <a:gd name="T77" fmla="*/ 487 h 915"/>
                <a:gd name="T78" fmla="*/ 868 w 1738"/>
                <a:gd name="T79" fmla="*/ 889 h 915"/>
                <a:gd name="T80" fmla="*/ 869 w 1738"/>
                <a:gd name="T81" fmla="*/ 890 h 915"/>
                <a:gd name="T82" fmla="*/ 964 w 1738"/>
                <a:gd name="T83" fmla="*/ 914 h 915"/>
                <a:gd name="T84" fmla="*/ 1604 w 1738"/>
                <a:gd name="T85" fmla="*/ 915 h 915"/>
                <a:gd name="T86" fmla="*/ 1738 w 1738"/>
                <a:gd name="T87" fmla="*/ 781 h 915"/>
                <a:gd name="T88" fmla="*/ 1718 w 1738"/>
                <a:gd name="T89" fmla="*/ 711 h 915"/>
                <a:gd name="T90" fmla="*/ 1738 w 1738"/>
                <a:gd name="T91" fmla="*/ 641 h 915"/>
                <a:gd name="T92" fmla="*/ 1604 w 1738"/>
                <a:gd name="T93" fmla="*/ 507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38" h="915">
                  <a:moveTo>
                    <a:pt x="1604" y="507"/>
                  </a:moveTo>
                  <a:cubicBezTo>
                    <a:pt x="1269" y="507"/>
                    <a:pt x="1269" y="507"/>
                    <a:pt x="1269" y="507"/>
                  </a:cubicBezTo>
                  <a:cubicBezTo>
                    <a:pt x="1250" y="507"/>
                    <a:pt x="1236" y="522"/>
                    <a:pt x="1236" y="540"/>
                  </a:cubicBezTo>
                  <a:cubicBezTo>
                    <a:pt x="1236" y="558"/>
                    <a:pt x="1250" y="573"/>
                    <a:pt x="1269" y="573"/>
                  </a:cubicBezTo>
                  <a:cubicBezTo>
                    <a:pt x="1604" y="573"/>
                    <a:pt x="1604" y="573"/>
                    <a:pt x="1604" y="573"/>
                  </a:cubicBezTo>
                  <a:cubicBezTo>
                    <a:pt x="1642" y="573"/>
                    <a:pt x="1672" y="603"/>
                    <a:pt x="1672" y="641"/>
                  </a:cubicBezTo>
                  <a:cubicBezTo>
                    <a:pt x="1672" y="649"/>
                    <a:pt x="1671" y="657"/>
                    <a:pt x="1669" y="664"/>
                  </a:cubicBezTo>
                  <a:cubicBezTo>
                    <a:pt x="1649" y="653"/>
                    <a:pt x="1627" y="647"/>
                    <a:pt x="1604" y="647"/>
                  </a:cubicBezTo>
                  <a:cubicBezTo>
                    <a:pt x="1146" y="647"/>
                    <a:pt x="1146" y="647"/>
                    <a:pt x="1146" y="647"/>
                  </a:cubicBezTo>
                  <a:cubicBezTo>
                    <a:pt x="1177" y="595"/>
                    <a:pt x="1170" y="527"/>
                    <a:pt x="1126" y="483"/>
                  </a:cubicBezTo>
                  <a:cubicBezTo>
                    <a:pt x="741" y="99"/>
                    <a:pt x="741" y="99"/>
                    <a:pt x="741" y="99"/>
                  </a:cubicBezTo>
                  <a:cubicBezTo>
                    <a:pt x="686" y="43"/>
                    <a:pt x="581" y="0"/>
                    <a:pt x="503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5"/>
                    <a:pt x="0" y="33"/>
                  </a:cubicBezTo>
                  <a:cubicBezTo>
                    <a:pt x="0" y="51"/>
                    <a:pt x="14" y="65"/>
                    <a:pt x="32" y="65"/>
                  </a:cubicBezTo>
                  <a:cubicBezTo>
                    <a:pt x="503" y="65"/>
                    <a:pt x="503" y="65"/>
                    <a:pt x="503" y="65"/>
                  </a:cubicBezTo>
                  <a:cubicBezTo>
                    <a:pt x="564" y="65"/>
                    <a:pt x="652" y="102"/>
                    <a:pt x="695" y="145"/>
                  </a:cubicBezTo>
                  <a:cubicBezTo>
                    <a:pt x="1079" y="529"/>
                    <a:pt x="1079" y="529"/>
                    <a:pt x="1079" y="529"/>
                  </a:cubicBezTo>
                  <a:cubicBezTo>
                    <a:pt x="1106" y="556"/>
                    <a:pt x="1106" y="600"/>
                    <a:pt x="1079" y="627"/>
                  </a:cubicBezTo>
                  <a:cubicBezTo>
                    <a:pt x="1053" y="653"/>
                    <a:pt x="1009" y="653"/>
                    <a:pt x="982" y="627"/>
                  </a:cubicBezTo>
                  <a:cubicBezTo>
                    <a:pt x="670" y="314"/>
                    <a:pt x="670" y="314"/>
                    <a:pt x="670" y="314"/>
                  </a:cubicBezTo>
                  <a:cubicBezTo>
                    <a:pt x="657" y="302"/>
                    <a:pt x="636" y="302"/>
                    <a:pt x="624" y="314"/>
                  </a:cubicBezTo>
                  <a:cubicBezTo>
                    <a:pt x="611" y="327"/>
                    <a:pt x="611" y="348"/>
                    <a:pt x="624" y="361"/>
                  </a:cubicBezTo>
                  <a:cubicBezTo>
                    <a:pt x="936" y="673"/>
                    <a:pt x="936" y="673"/>
                    <a:pt x="936" y="673"/>
                  </a:cubicBezTo>
                  <a:cubicBezTo>
                    <a:pt x="961" y="698"/>
                    <a:pt x="995" y="711"/>
                    <a:pt x="1028" y="712"/>
                  </a:cubicBezTo>
                  <a:cubicBezTo>
                    <a:pt x="1029" y="712"/>
                    <a:pt x="1030" y="712"/>
                    <a:pt x="1031" y="712"/>
                  </a:cubicBezTo>
                  <a:cubicBezTo>
                    <a:pt x="1604" y="712"/>
                    <a:pt x="1604" y="712"/>
                    <a:pt x="1604" y="712"/>
                  </a:cubicBezTo>
                  <a:cubicBezTo>
                    <a:pt x="1642" y="712"/>
                    <a:pt x="1672" y="743"/>
                    <a:pt x="1672" y="781"/>
                  </a:cubicBezTo>
                  <a:cubicBezTo>
                    <a:pt x="1672" y="819"/>
                    <a:pt x="1642" y="850"/>
                    <a:pt x="1604" y="850"/>
                  </a:cubicBezTo>
                  <a:cubicBezTo>
                    <a:pt x="964" y="849"/>
                    <a:pt x="964" y="849"/>
                    <a:pt x="964" y="849"/>
                  </a:cubicBezTo>
                  <a:cubicBezTo>
                    <a:pt x="947" y="849"/>
                    <a:pt x="917" y="841"/>
                    <a:pt x="902" y="833"/>
                  </a:cubicBezTo>
                  <a:cubicBezTo>
                    <a:pt x="251" y="431"/>
                    <a:pt x="251" y="431"/>
                    <a:pt x="251" y="431"/>
                  </a:cubicBezTo>
                  <a:cubicBezTo>
                    <a:pt x="251" y="431"/>
                    <a:pt x="251" y="431"/>
                    <a:pt x="250" y="431"/>
                  </a:cubicBezTo>
                  <a:cubicBezTo>
                    <a:pt x="225" y="416"/>
                    <a:pt x="184" y="406"/>
                    <a:pt x="155" y="406"/>
                  </a:cubicBezTo>
                  <a:cubicBezTo>
                    <a:pt x="32" y="406"/>
                    <a:pt x="32" y="406"/>
                    <a:pt x="32" y="406"/>
                  </a:cubicBezTo>
                  <a:cubicBezTo>
                    <a:pt x="14" y="406"/>
                    <a:pt x="0" y="420"/>
                    <a:pt x="0" y="438"/>
                  </a:cubicBezTo>
                  <a:cubicBezTo>
                    <a:pt x="0" y="457"/>
                    <a:pt x="14" y="471"/>
                    <a:pt x="32" y="471"/>
                  </a:cubicBezTo>
                  <a:cubicBezTo>
                    <a:pt x="155" y="471"/>
                    <a:pt x="155" y="471"/>
                    <a:pt x="155" y="471"/>
                  </a:cubicBezTo>
                  <a:cubicBezTo>
                    <a:pt x="173" y="471"/>
                    <a:pt x="202" y="479"/>
                    <a:pt x="218" y="487"/>
                  </a:cubicBezTo>
                  <a:cubicBezTo>
                    <a:pt x="868" y="889"/>
                    <a:pt x="868" y="889"/>
                    <a:pt x="868" y="889"/>
                  </a:cubicBezTo>
                  <a:cubicBezTo>
                    <a:pt x="868" y="889"/>
                    <a:pt x="869" y="889"/>
                    <a:pt x="869" y="890"/>
                  </a:cubicBezTo>
                  <a:cubicBezTo>
                    <a:pt x="894" y="904"/>
                    <a:pt x="935" y="914"/>
                    <a:pt x="964" y="914"/>
                  </a:cubicBezTo>
                  <a:cubicBezTo>
                    <a:pt x="1604" y="915"/>
                    <a:pt x="1604" y="915"/>
                    <a:pt x="1604" y="915"/>
                  </a:cubicBezTo>
                  <a:cubicBezTo>
                    <a:pt x="1678" y="915"/>
                    <a:pt x="1738" y="855"/>
                    <a:pt x="1738" y="781"/>
                  </a:cubicBezTo>
                  <a:cubicBezTo>
                    <a:pt x="1738" y="755"/>
                    <a:pt x="1731" y="731"/>
                    <a:pt x="1718" y="711"/>
                  </a:cubicBezTo>
                  <a:cubicBezTo>
                    <a:pt x="1731" y="690"/>
                    <a:pt x="1738" y="666"/>
                    <a:pt x="1738" y="641"/>
                  </a:cubicBezTo>
                  <a:cubicBezTo>
                    <a:pt x="1738" y="567"/>
                    <a:pt x="1678" y="507"/>
                    <a:pt x="1604" y="507"/>
                  </a:cubicBezTo>
                  <a:close/>
                </a:path>
              </a:pathLst>
            </a:custGeom>
            <a:grpFill/>
            <a:ln w="9525">
              <a:solidFill>
                <a:srgbClr val="1A3F6C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918" y="1441"/>
              <a:ext cx="1385" cy="1807"/>
            </a:xfrm>
            <a:custGeom>
              <a:avLst/>
              <a:gdLst>
                <a:gd name="T0" fmla="*/ 603 w 1207"/>
                <a:gd name="T1" fmla="*/ 0 h 1575"/>
                <a:gd name="T2" fmla="*/ 0 w 1207"/>
                <a:gd name="T3" fmla="*/ 604 h 1575"/>
                <a:gd name="T4" fmla="*/ 295 w 1207"/>
                <a:gd name="T5" fmla="*/ 1123 h 1575"/>
                <a:gd name="T6" fmla="*/ 353 w 1207"/>
                <a:gd name="T7" fmla="*/ 1286 h 1575"/>
                <a:gd name="T8" fmla="*/ 353 w 1207"/>
                <a:gd name="T9" fmla="*/ 1411 h 1575"/>
                <a:gd name="T10" fmla="*/ 412 w 1207"/>
                <a:gd name="T11" fmla="*/ 1562 h 1575"/>
                <a:gd name="T12" fmla="*/ 438 w 1207"/>
                <a:gd name="T13" fmla="*/ 1575 h 1575"/>
                <a:gd name="T14" fmla="*/ 769 w 1207"/>
                <a:gd name="T15" fmla="*/ 1575 h 1575"/>
                <a:gd name="T16" fmla="*/ 795 w 1207"/>
                <a:gd name="T17" fmla="*/ 1562 h 1575"/>
                <a:gd name="T18" fmla="*/ 854 w 1207"/>
                <a:gd name="T19" fmla="*/ 1411 h 1575"/>
                <a:gd name="T20" fmla="*/ 854 w 1207"/>
                <a:gd name="T21" fmla="*/ 1286 h 1575"/>
                <a:gd name="T22" fmla="*/ 912 w 1207"/>
                <a:gd name="T23" fmla="*/ 1123 h 1575"/>
                <a:gd name="T24" fmla="*/ 1207 w 1207"/>
                <a:gd name="T25" fmla="*/ 604 h 1575"/>
                <a:gd name="T26" fmla="*/ 603 w 1207"/>
                <a:gd name="T27" fmla="*/ 0 h 1575"/>
                <a:gd name="T28" fmla="*/ 789 w 1207"/>
                <a:gd name="T29" fmla="*/ 1379 h 1575"/>
                <a:gd name="T30" fmla="*/ 418 w 1207"/>
                <a:gd name="T31" fmla="*/ 1379 h 1575"/>
                <a:gd name="T32" fmla="*/ 418 w 1207"/>
                <a:gd name="T33" fmla="*/ 1313 h 1575"/>
                <a:gd name="T34" fmla="*/ 789 w 1207"/>
                <a:gd name="T35" fmla="*/ 1313 h 1575"/>
                <a:gd name="T36" fmla="*/ 789 w 1207"/>
                <a:gd name="T37" fmla="*/ 1379 h 1575"/>
                <a:gd name="T38" fmla="*/ 752 w 1207"/>
                <a:gd name="T39" fmla="*/ 1510 h 1575"/>
                <a:gd name="T40" fmla="*/ 454 w 1207"/>
                <a:gd name="T41" fmla="*/ 1510 h 1575"/>
                <a:gd name="T42" fmla="*/ 423 w 1207"/>
                <a:gd name="T43" fmla="*/ 1444 h 1575"/>
                <a:gd name="T44" fmla="*/ 784 w 1207"/>
                <a:gd name="T45" fmla="*/ 1444 h 1575"/>
                <a:gd name="T46" fmla="*/ 752 w 1207"/>
                <a:gd name="T47" fmla="*/ 1510 h 1575"/>
                <a:gd name="T48" fmla="*/ 869 w 1207"/>
                <a:gd name="T49" fmla="*/ 1072 h 1575"/>
                <a:gd name="T50" fmla="*/ 855 w 1207"/>
                <a:gd name="T51" fmla="*/ 1090 h 1575"/>
                <a:gd name="T52" fmla="*/ 798 w 1207"/>
                <a:gd name="T53" fmla="*/ 1248 h 1575"/>
                <a:gd name="T54" fmla="*/ 409 w 1207"/>
                <a:gd name="T55" fmla="*/ 1248 h 1575"/>
                <a:gd name="T56" fmla="*/ 352 w 1207"/>
                <a:gd name="T57" fmla="*/ 1090 h 1575"/>
                <a:gd name="T58" fmla="*/ 338 w 1207"/>
                <a:gd name="T59" fmla="*/ 1072 h 1575"/>
                <a:gd name="T60" fmla="*/ 65 w 1207"/>
                <a:gd name="T61" fmla="*/ 604 h 1575"/>
                <a:gd name="T62" fmla="*/ 603 w 1207"/>
                <a:gd name="T63" fmla="*/ 65 h 1575"/>
                <a:gd name="T64" fmla="*/ 1142 w 1207"/>
                <a:gd name="T65" fmla="*/ 604 h 1575"/>
                <a:gd name="T66" fmla="*/ 869 w 1207"/>
                <a:gd name="T67" fmla="*/ 1072 h 1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07" h="1575">
                  <a:moveTo>
                    <a:pt x="603" y="0"/>
                  </a:moveTo>
                  <a:cubicBezTo>
                    <a:pt x="270" y="0"/>
                    <a:pt x="0" y="271"/>
                    <a:pt x="0" y="604"/>
                  </a:cubicBezTo>
                  <a:cubicBezTo>
                    <a:pt x="0" y="817"/>
                    <a:pt x="112" y="1014"/>
                    <a:pt x="295" y="1123"/>
                  </a:cubicBezTo>
                  <a:cubicBezTo>
                    <a:pt x="353" y="1286"/>
                    <a:pt x="353" y="1286"/>
                    <a:pt x="353" y="1286"/>
                  </a:cubicBezTo>
                  <a:cubicBezTo>
                    <a:pt x="353" y="1411"/>
                    <a:pt x="353" y="1411"/>
                    <a:pt x="353" y="1411"/>
                  </a:cubicBezTo>
                  <a:cubicBezTo>
                    <a:pt x="353" y="1487"/>
                    <a:pt x="410" y="1559"/>
                    <a:pt x="412" y="1562"/>
                  </a:cubicBezTo>
                  <a:cubicBezTo>
                    <a:pt x="418" y="1570"/>
                    <a:pt x="428" y="1575"/>
                    <a:pt x="438" y="1575"/>
                  </a:cubicBezTo>
                  <a:cubicBezTo>
                    <a:pt x="769" y="1575"/>
                    <a:pt x="769" y="1575"/>
                    <a:pt x="769" y="1575"/>
                  </a:cubicBezTo>
                  <a:cubicBezTo>
                    <a:pt x="779" y="1575"/>
                    <a:pt x="789" y="1570"/>
                    <a:pt x="795" y="1562"/>
                  </a:cubicBezTo>
                  <a:cubicBezTo>
                    <a:pt x="797" y="1559"/>
                    <a:pt x="854" y="1487"/>
                    <a:pt x="854" y="1411"/>
                  </a:cubicBezTo>
                  <a:cubicBezTo>
                    <a:pt x="854" y="1286"/>
                    <a:pt x="854" y="1286"/>
                    <a:pt x="854" y="1286"/>
                  </a:cubicBezTo>
                  <a:cubicBezTo>
                    <a:pt x="912" y="1123"/>
                    <a:pt x="912" y="1123"/>
                    <a:pt x="912" y="1123"/>
                  </a:cubicBezTo>
                  <a:cubicBezTo>
                    <a:pt x="1095" y="1014"/>
                    <a:pt x="1207" y="817"/>
                    <a:pt x="1207" y="604"/>
                  </a:cubicBezTo>
                  <a:cubicBezTo>
                    <a:pt x="1207" y="271"/>
                    <a:pt x="937" y="0"/>
                    <a:pt x="603" y="0"/>
                  </a:cubicBezTo>
                  <a:close/>
                  <a:moveTo>
                    <a:pt x="789" y="1379"/>
                  </a:moveTo>
                  <a:cubicBezTo>
                    <a:pt x="418" y="1379"/>
                    <a:pt x="418" y="1379"/>
                    <a:pt x="418" y="1379"/>
                  </a:cubicBezTo>
                  <a:cubicBezTo>
                    <a:pt x="418" y="1313"/>
                    <a:pt x="418" y="1313"/>
                    <a:pt x="418" y="1313"/>
                  </a:cubicBezTo>
                  <a:cubicBezTo>
                    <a:pt x="789" y="1313"/>
                    <a:pt x="789" y="1313"/>
                    <a:pt x="789" y="1313"/>
                  </a:cubicBezTo>
                  <a:lnTo>
                    <a:pt x="789" y="1379"/>
                  </a:lnTo>
                  <a:close/>
                  <a:moveTo>
                    <a:pt x="752" y="1510"/>
                  </a:moveTo>
                  <a:cubicBezTo>
                    <a:pt x="454" y="1510"/>
                    <a:pt x="454" y="1510"/>
                    <a:pt x="454" y="1510"/>
                  </a:cubicBezTo>
                  <a:cubicBezTo>
                    <a:pt x="444" y="1494"/>
                    <a:pt x="431" y="1470"/>
                    <a:pt x="423" y="1444"/>
                  </a:cubicBezTo>
                  <a:cubicBezTo>
                    <a:pt x="784" y="1444"/>
                    <a:pt x="784" y="1444"/>
                    <a:pt x="784" y="1444"/>
                  </a:cubicBezTo>
                  <a:cubicBezTo>
                    <a:pt x="776" y="1469"/>
                    <a:pt x="763" y="1494"/>
                    <a:pt x="752" y="1510"/>
                  </a:cubicBezTo>
                  <a:close/>
                  <a:moveTo>
                    <a:pt x="869" y="1072"/>
                  </a:moveTo>
                  <a:cubicBezTo>
                    <a:pt x="863" y="1076"/>
                    <a:pt x="857" y="1083"/>
                    <a:pt x="855" y="1090"/>
                  </a:cubicBezTo>
                  <a:cubicBezTo>
                    <a:pt x="798" y="1248"/>
                    <a:pt x="798" y="1248"/>
                    <a:pt x="798" y="1248"/>
                  </a:cubicBezTo>
                  <a:cubicBezTo>
                    <a:pt x="409" y="1248"/>
                    <a:pt x="409" y="1248"/>
                    <a:pt x="409" y="1248"/>
                  </a:cubicBezTo>
                  <a:cubicBezTo>
                    <a:pt x="352" y="1090"/>
                    <a:pt x="352" y="1090"/>
                    <a:pt x="352" y="1090"/>
                  </a:cubicBezTo>
                  <a:cubicBezTo>
                    <a:pt x="350" y="1083"/>
                    <a:pt x="344" y="1076"/>
                    <a:pt x="338" y="1072"/>
                  </a:cubicBezTo>
                  <a:cubicBezTo>
                    <a:pt x="169" y="977"/>
                    <a:pt x="65" y="797"/>
                    <a:pt x="65" y="604"/>
                  </a:cubicBezTo>
                  <a:cubicBezTo>
                    <a:pt x="65" y="307"/>
                    <a:pt x="307" y="65"/>
                    <a:pt x="603" y="65"/>
                  </a:cubicBezTo>
                  <a:cubicBezTo>
                    <a:pt x="900" y="65"/>
                    <a:pt x="1142" y="307"/>
                    <a:pt x="1142" y="604"/>
                  </a:cubicBezTo>
                  <a:cubicBezTo>
                    <a:pt x="1142" y="797"/>
                    <a:pt x="1038" y="977"/>
                    <a:pt x="869" y="1072"/>
                  </a:cubicBezTo>
                  <a:close/>
                </a:path>
              </a:pathLst>
            </a:custGeom>
            <a:grpFill/>
            <a:ln w="9525">
              <a:solidFill>
                <a:srgbClr val="1A3F6C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7"/>
            <p:cNvSpPr>
              <a:spLocks noEditPoints="1"/>
            </p:cNvSpPr>
            <p:nvPr/>
          </p:nvSpPr>
          <p:spPr bwMode="auto">
            <a:xfrm>
              <a:off x="1345" y="2099"/>
              <a:ext cx="531" cy="700"/>
            </a:xfrm>
            <a:custGeom>
              <a:avLst/>
              <a:gdLst>
                <a:gd name="T0" fmla="*/ 447 w 463"/>
                <a:gd name="T1" fmla="*/ 72 h 610"/>
                <a:gd name="T2" fmla="*/ 232 w 463"/>
                <a:gd name="T3" fmla="*/ 0 h 610"/>
                <a:gd name="T4" fmla="*/ 16 w 463"/>
                <a:gd name="T5" fmla="*/ 72 h 610"/>
                <a:gd name="T6" fmla="*/ 5 w 463"/>
                <a:gd name="T7" fmla="*/ 109 h 610"/>
                <a:gd name="T8" fmla="*/ 112 w 463"/>
                <a:gd name="T9" fmla="*/ 408 h 610"/>
                <a:gd name="T10" fmla="*/ 112 w 463"/>
                <a:gd name="T11" fmla="*/ 577 h 610"/>
                <a:gd name="T12" fmla="*/ 144 w 463"/>
                <a:gd name="T13" fmla="*/ 610 h 610"/>
                <a:gd name="T14" fmla="*/ 177 w 463"/>
                <a:gd name="T15" fmla="*/ 577 h 610"/>
                <a:gd name="T16" fmla="*/ 177 w 463"/>
                <a:gd name="T17" fmla="*/ 435 h 610"/>
                <a:gd name="T18" fmla="*/ 286 w 463"/>
                <a:gd name="T19" fmla="*/ 435 h 610"/>
                <a:gd name="T20" fmla="*/ 286 w 463"/>
                <a:gd name="T21" fmla="*/ 577 h 610"/>
                <a:gd name="T22" fmla="*/ 319 w 463"/>
                <a:gd name="T23" fmla="*/ 610 h 610"/>
                <a:gd name="T24" fmla="*/ 351 w 463"/>
                <a:gd name="T25" fmla="*/ 577 h 610"/>
                <a:gd name="T26" fmla="*/ 351 w 463"/>
                <a:gd name="T27" fmla="*/ 408 h 610"/>
                <a:gd name="T28" fmla="*/ 458 w 463"/>
                <a:gd name="T29" fmla="*/ 109 h 610"/>
                <a:gd name="T30" fmla="*/ 447 w 463"/>
                <a:gd name="T31" fmla="*/ 72 h 610"/>
                <a:gd name="T32" fmla="*/ 177 w 463"/>
                <a:gd name="T33" fmla="*/ 370 h 610"/>
                <a:gd name="T34" fmla="*/ 177 w 463"/>
                <a:gd name="T35" fmla="*/ 359 h 610"/>
                <a:gd name="T36" fmla="*/ 232 w 463"/>
                <a:gd name="T37" fmla="*/ 305 h 610"/>
                <a:gd name="T38" fmla="*/ 286 w 463"/>
                <a:gd name="T39" fmla="*/ 359 h 610"/>
                <a:gd name="T40" fmla="*/ 286 w 463"/>
                <a:gd name="T41" fmla="*/ 370 h 610"/>
                <a:gd name="T42" fmla="*/ 177 w 463"/>
                <a:gd name="T43" fmla="*/ 370 h 610"/>
                <a:gd name="T44" fmla="*/ 326 w 463"/>
                <a:gd name="T45" fmla="*/ 285 h 610"/>
                <a:gd name="T46" fmla="*/ 232 w 463"/>
                <a:gd name="T47" fmla="*/ 239 h 610"/>
                <a:gd name="T48" fmla="*/ 137 w 463"/>
                <a:gd name="T49" fmla="*/ 285 h 610"/>
                <a:gd name="T50" fmla="*/ 75 w 463"/>
                <a:gd name="T51" fmla="*/ 110 h 610"/>
                <a:gd name="T52" fmla="*/ 232 w 463"/>
                <a:gd name="T53" fmla="*/ 65 h 610"/>
                <a:gd name="T54" fmla="*/ 388 w 463"/>
                <a:gd name="T55" fmla="*/ 110 h 610"/>
                <a:gd name="T56" fmla="*/ 326 w 463"/>
                <a:gd name="T57" fmla="*/ 285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3" h="610">
                  <a:moveTo>
                    <a:pt x="447" y="72"/>
                  </a:moveTo>
                  <a:cubicBezTo>
                    <a:pt x="385" y="25"/>
                    <a:pt x="310" y="0"/>
                    <a:pt x="232" y="0"/>
                  </a:cubicBezTo>
                  <a:cubicBezTo>
                    <a:pt x="153" y="0"/>
                    <a:pt x="79" y="25"/>
                    <a:pt x="16" y="72"/>
                  </a:cubicBezTo>
                  <a:cubicBezTo>
                    <a:pt x="4" y="80"/>
                    <a:pt x="0" y="95"/>
                    <a:pt x="5" y="109"/>
                  </a:cubicBezTo>
                  <a:cubicBezTo>
                    <a:pt x="112" y="408"/>
                    <a:pt x="112" y="408"/>
                    <a:pt x="112" y="408"/>
                  </a:cubicBezTo>
                  <a:cubicBezTo>
                    <a:pt x="112" y="577"/>
                    <a:pt x="112" y="577"/>
                    <a:pt x="112" y="577"/>
                  </a:cubicBezTo>
                  <a:cubicBezTo>
                    <a:pt x="112" y="595"/>
                    <a:pt x="126" y="610"/>
                    <a:pt x="144" y="610"/>
                  </a:cubicBezTo>
                  <a:cubicBezTo>
                    <a:pt x="162" y="610"/>
                    <a:pt x="177" y="595"/>
                    <a:pt x="177" y="577"/>
                  </a:cubicBezTo>
                  <a:cubicBezTo>
                    <a:pt x="177" y="435"/>
                    <a:pt x="177" y="435"/>
                    <a:pt x="177" y="435"/>
                  </a:cubicBezTo>
                  <a:cubicBezTo>
                    <a:pt x="286" y="435"/>
                    <a:pt x="286" y="435"/>
                    <a:pt x="286" y="435"/>
                  </a:cubicBezTo>
                  <a:cubicBezTo>
                    <a:pt x="286" y="577"/>
                    <a:pt x="286" y="577"/>
                    <a:pt x="286" y="577"/>
                  </a:cubicBezTo>
                  <a:cubicBezTo>
                    <a:pt x="286" y="595"/>
                    <a:pt x="301" y="610"/>
                    <a:pt x="319" y="610"/>
                  </a:cubicBezTo>
                  <a:cubicBezTo>
                    <a:pt x="337" y="610"/>
                    <a:pt x="351" y="595"/>
                    <a:pt x="351" y="577"/>
                  </a:cubicBezTo>
                  <a:cubicBezTo>
                    <a:pt x="351" y="408"/>
                    <a:pt x="351" y="408"/>
                    <a:pt x="351" y="408"/>
                  </a:cubicBezTo>
                  <a:cubicBezTo>
                    <a:pt x="458" y="109"/>
                    <a:pt x="458" y="109"/>
                    <a:pt x="458" y="109"/>
                  </a:cubicBezTo>
                  <a:cubicBezTo>
                    <a:pt x="463" y="95"/>
                    <a:pt x="459" y="80"/>
                    <a:pt x="447" y="72"/>
                  </a:cubicBezTo>
                  <a:close/>
                  <a:moveTo>
                    <a:pt x="177" y="370"/>
                  </a:moveTo>
                  <a:cubicBezTo>
                    <a:pt x="177" y="359"/>
                    <a:pt x="177" y="359"/>
                    <a:pt x="177" y="359"/>
                  </a:cubicBezTo>
                  <a:cubicBezTo>
                    <a:pt x="177" y="329"/>
                    <a:pt x="201" y="305"/>
                    <a:pt x="232" y="305"/>
                  </a:cubicBezTo>
                  <a:cubicBezTo>
                    <a:pt x="262" y="305"/>
                    <a:pt x="286" y="329"/>
                    <a:pt x="286" y="359"/>
                  </a:cubicBezTo>
                  <a:cubicBezTo>
                    <a:pt x="286" y="370"/>
                    <a:pt x="286" y="370"/>
                    <a:pt x="286" y="370"/>
                  </a:cubicBezTo>
                  <a:lnTo>
                    <a:pt x="177" y="370"/>
                  </a:lnTo>
                  <a:close/>
                  <a:moveTo>
                    <a:pt x="326" y="285"/>
                  </a:moveTo>
                  <a:cubicBezTo>
                    <a:pt x="304" y="257"/>
                    <a:pt x="270" y="239"/>
                    <a:pt x="232" y="239"/>
                  </a:cubicBezTo>
                  <a:cubicBezTo>
                    <a:pt x="193" y="239"/>
                    <a:pt x="159" y="257"/>
                    <a:pt x="137" y="285"/>
                  </a:cubicBezTo>
                  <a:cubicBezTo>
                    <a:pt x="75" y="110"/>
                    <a:pt x="75" y="110"/>
                    <a:pt x="75" y="110"/>
                  </a:cubicBezTo>
                  <a:cubicBezTo>
                    <a:pt x="122" y="81"/>
                    <a:pt x="175" y="65"/>
                    <a:pt x="232" y="65"/>
                  </a:cubicBezTo>
                  <a:cubicBezTo>
                    <a:pt x="288" y="65"/>
                    <a:pt x="342" y="81"/>
                    <a:pt x="388" y="110"/>
                  </a:cubicBezTo>
                  <a:lnTo>
                    <a:pt x="326" y="285"/>
                  </a:lnTo>
                  <a:close/>
                </a:path>
              </a:pathLst>
            </a:custGeom>
            <a:grpFill/>
            <a:ln w="9525">
              <a:solidFill>
                <a:srgbClr val="1A3F6C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9" name="空心弧 18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/>
        </p:nvSpPr>
        <p:spPr>
          <a:xfrm rot="1222437">
            <a:off x="659649" y="1079917"/>
            <a:ext cx="4920143" cy="4920143"/>
          </a:xfrm>
          <a:prstGeom prst="blockArc">
            <a:avLst>
              <a:gd name="adj1" fmla="val 16501925"/>
              <a:gd name="adj2" fmla="val 3130911"/>
              <a:gd name="adj3" fmla="val 548"/>
            </a:avLst>
          </a:prstGeom>
          <a:solidFill>
            <a:srgbClr val="000000"/>
          </a:solidFill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椭圆 1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/>
        </p:nvSpPr>
        <p:spPr>
          <a:xfrm>
            <a:off x="4346747" y="1292695"/>
            <a:ext cx="651191" cy="651191"/>
          </a:xfrm>
          <a:prstGeom prst="ellipse">
            <a:avLst/>
          </a:prstGeom>
          <a:solidFill>
            <a:srgbClr val="1A3F6C"/>
          </a:solidFill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01</a:t>
            </a:r>
            <a:endParaRPr lang="zh-CN" altLang="en-US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2" name="椭圆 2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/>
        </p:nvSpPr>
        <p:spPr>
          <a:xfrm>
            <a:off x="5221873" y="2645242"/>
            <a:ext cx="651191" cy="651191"/>
          </a:xfrm>
          <a:prstGeom prst="ellipse">
            <a:avLst/>
          </a:prstGeom>
          <a:solidFill>
            <a:srgbClr val="1A3F6C"/>
          </a:solidFill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02</a:t>
            </a:r>
            <a:endParaRPr lang="zh-CN" altLang="en-US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8" name="椭圆 27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/>
        </p:nvSpPr>
        <p:spPr>
          <a:xfrm>
            <a:off x="5103937" y="4226392"/>
            <a:ext cx="651191" cy="651191"/>
          </a:xfrm>
          <a:prstGeom prst="ellipse">
            <a:avLst/>
          </a:prstGeom>
          <a:solidFill>
            <a:srgbClr val="1A3F6C"/>
          </a:solidFill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03</a:t>
            </a:r>
            <a:endParaRPr lang="zh-CN" altLang="en-US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9" name="椭圆 28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/>
        </p:nvSpPr>
        <p:spPr>
          <a:xfrm>
            <a:off x="3998769" y="5411794"/>
            <a:ext cx="651191" cy="651191"/>
          </a:xfrm>
          <a:prstGeom prst="ellipse">
            <a:avLst/>
          </a:prstGeom>
          <a:solidFill>
            <a:srgbClr val="1A3F6C"/>
          </a:solidFill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04</a:t>
            </a:r>
            <a:endParaRPr lang="zh-CN" altLang="en-US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0" name="PA_矩形 8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1"/>
            </p:custDataLst>
          </p:nvPr>
        </p:nvSpPr>
        <p:spPr>
          <a:xfrm>
            <a:off x="6244937" y="101188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字魂59号-创粗黑" panose="00000500000000000000" charset="-122"/>
                <a:ea typeface="字魂59号-创粗黑" panose="00000500000000000000" charset="-122"/>
                <a:cs typeface="Arial Unicode MS" panose="020B0604020202020204" pitchFamily="34" charset="-122"/>
              </a:rPr>
              <a:t>此处输入你的标题</a:t>
            </a:r>
            <a:endParaRPr lang="zh-CN" altLang="en-US" b="1" dirty="0">
              <a:latin typeface="字魂59号-创粗黑" panose="00000500000000000000" charset="-122"/>
              <a:ea typeface="字魂59号-创粗黑" panose="00000500000000000000" charset="-122"/>
              <a:cs typeface="Arial Unicode MS" panose="020B0604020202020204" pitchFamily="34" charset="-122"/>
            </a:endParaRPr>
          </a:p>
        </p:txBody>
      </p:sp>
      <p:sp>
        <p:nvSpPr>
          <p:cNvPr id="31" name="PA_矩形 1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2"/>
            </p:custDataLst>
          </p:nvPr>
        </p:nvSpPr>
        <p:spPr>
          <a:xfrm>
            <a:off x="6244938" y="1345860"/>
            <a:ext cx="49852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6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2" name="PA_矩形 8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3"/>
            </p:custDataLst>
          </p:nvPr>
        </p:nvSpPr>
        <p:spPr>
          <a:xfrm>
            <a:off x="6447356" y="239837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latin typeface="字魂59号-创粗黑" panose="00000500000000000000" charset="-122"/>
                <a:ea typeface="字魂59号-创粗黑" panose="00000500000000000000" charset="-122"/>
                <a:cs typeface="Arial Unicode MS" panose="020B0604020202020204" pitchFamily="34" charset="-122"/>
              </a:rPr>
              <a:t>此处输入你的标题</a:t>
            </a:r>
            <a:endParaRPr lang="zh-CN" altLang="en-US" b="1" dirty="0">
              <a:latin typeface="字魂59号-创粗黑" panose="00000500000000000000" charset="-122"/>
              <a:ea typeface="字魂59号-创粗黑" panose="00000500000000000000" charset="-122"/>
              <a:cs typeface="Arial Unicode MS" panose="020B0604020202020204" pitchFamily="34" charset="-122"/>
            </a:endParaRPr>
          </a:p>
        </p:txBody>
      </p:sp>
      <p:sp>
        <p:nvSpPr>
          <p:cNvPr id="33" name="PA_矩形 1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4"/>
            </p:custDataLst>
          </p:nvPr>
        </p:nvSpPr>
        <p:spPr>
          <a:xfrm>
            <a:off x="6447356" y="2732350"/>
            <a:ext cx="47358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6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4" name="PA_矩形 8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5"/>
            </p:custDataLst>
          </p:nvPr>
        </p:nvSpPr>
        <p:spPr>
          <a:xfrm>
            <a:off x="6484318" y="396046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字魂59号-创粗黑" panose="00000500000000000000" charset="-122"/>
                <a:ea typeface="字魂59号-创粗黑" panose="00000500000000000000" charset="-122"/>
                <a:cs typeface="Arial Unicode MS" panose="020B0604020202020204" pitchFamily="34" charset="-122"/>
              </a:rPr>
              <a:t>此处输入你的标题</a:t>
            </a:r>
            <a:endParaRPr lang="zh-CN" altLang="en-US" b="1" dirty="0">
              <a:latin typeface="字魂59号-创粗黑" panose="00000500000000000000" charset="-122"/>
              <a:ea typeface="字魂59号-创粗黑" panose="00000500000000000000" charset="-122"/>
              <a:cs typeface="Arial Unicode MS" panose="020B0604020202020204" pitchFamily="34" charset="-122"/>
            </a:endParaRPr>
          </a:p>
        </p:txBody>
      </p:sp>
      <p:sp>
        <p:nvSpPr>
          <p:cNvPr id="35" name="PA_矩形 1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6"/>
            </p:custDataLst>
          </p:nvPr>
        </p:nvSpPr>
        <p:spPr>
          <a:xfrm>
            <a:off x="6484318" y="4294447"/>
            <a:ext cx="47358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6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6" name="PA_矩形 8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7"/>
            </p:custDataLst>
          </p:nvPr>
        </p:nvSpPr>
        <p:spPr>
          <a:xfrm>
            <a:off x="6197929" y="536788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latin typeface="字魂59号-创粗黑" panose="00000500000000000000" charset="-122"/>
                <a:ea typeface="字魂59号-创粗黑" panose="00000500000000000000" charset="-122"/>
                <a:cs typeface="Arial Unicode MS" panose="020B0604020202020204" pitchFamily="34" charset="-122"/>
              </a:rPr>
              <a:t>此处输入你的标题</a:t>
            </a:r>
            <a:endParaRPr lang="zh-CN" altLang="en-US" b="1" dirty="0">
              <a:latin typeface="字魂59号-创粗黑" panose="00000500000000000000" charset="-122"/>
              <a:ea typeface="字魂59号-创粗黑" panose="00000500000000000000" charset="-122"/>
              <a:cs typeface="Arial Unicode MS" panose="020B0604020202020204" pitchFamily="34" charset="-122"/>
            </a:endParaRPr>
          </a:p>
        </p:txBody>
      </p:sp>
      <p:sp>
        <p:nvSpPr>
          <p:cNvPr id="37" name="PA_矩形 1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8"/>
            </p:custDataLst>
          </p:nvPr>
        </p:nvSpPr>
        <p:spPr>
          <a:xfrm>
            <a:off x="6197930" y="5701862"/>
            <a:ext cx="49852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6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0"/>
                            </p:stCondLst>
                            <p:childTnLst>
                              <p:par>
                                <p:cTn id="3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000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5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1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200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3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11" grpId="0" animBg="1"/>
      <p:bldP spid="19" grpId="0" animBg="1"/>
      <p:bldP spid="20" grpId="0" animBg="1"/>
      <p:bldP spid="22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GrpSpPr/>
          <p:nvPr/>
        </p:nvGrpSpPr>
        <p:grpSpPr>
          <a:xfrm>
            <a:off x="7290275" y="5226405"/>
            <a:ext cx="3516326" cy="45719"/>
            <a:chOff x="7695028" y="1983544"/>
            <a:chExt cx="3516326" cy="45719"/>
          </a:xfrm>
        </p:grpSpPr>
        <p:sp>
          <p:nvSpPr>
            <p:cNvPr id="31" name="任意多边形 43"/>
            <p:cNvSpPr/>
            <p:nvPr/>
          </p:nvSpPr>
          <p:spPr>
            <a:xfrm>
              <a:off x="7695028" y="1983544"/>
              <a:ext cx="692834" cy="45719"/>
            </a:xfrm>
            <a:custGeom>
              <a:avLst/>
              <a:gdLst>
                <a:gd name="connsiteX0" fmla="*/ 0 w 1378634"/>
                <a:gd name="connsiteY0" fmla="*/ 0 h 0"/>
                <a:gd name="connsiteX1" fmla="*/ 1378634 w 137863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634">
                  <a:moveTo>
                    <a:pt x="0" y="0"/>
                  </a:moveTo>
                  <a:lnTo>
                    <a:pt x="1378634" y="0"/>
                  </a:lnTo>
                </a:path>
              </a:pathLst>
            </a:custGeom>
            <a:noFill/>
            <a:ln w="0">
              <a:solidFill>
                <a:srgbClr val="1A3F6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32" name="任意多边形 44"/>
            <p:cNvSpPr/>
            <p:nvPr/>
          </p:nvSpPr>
          <p:spPr>
            <a:xfrm>
              <a:off x="10518520" y="1983544"/>
              <a:ext cx="692834" cy="45719"/>
            </a:xfrm>
            <a:custGeom>
              <a:avLst/>
              <a:gdLst>
                <a:gd name="connsiteX0" fmla="*/ 0 w 1378634"/>
                <a:gd name="connsiteY0" fmla="*/ 0 h 0"/>
                <a:gd name="connsiteX1" fmla="*/ 1378634 w 137863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634">
                  <a:moveTo>
                    <a:pt x="0" y="0"/>
                  </a:moveTo>
                  <a:lnTo>
                    <a:pt x="1378634" y="0"/>
                  </a:lnTo>
                </a:path>
              </a:pathLst>
            </a:custGeom>
            <a:noFill/>
            <a:ln w="0">
              <a:solidFill>
                <a:srgbClr val="1A3F6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sp>
        <p:nvSpPr>
          <p:cNvPr id="9" name="PA_矩形 6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1"/>
            </p:custDataLst>
          </p:nvPr>
        </p:nvSpPr>
        <p:spPr>
          <a:xfrm>
            <a:off x="6743712" y="1671130"/>
            <a:ext cx="427366" cy="427366"/>
          </a:xfrm>
          <a:prstGeom prst="rect">
            <a:avLst/>
          </a:prstGeom>
          <a:noFill/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b="1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01</a:t>
            </a:r>
            <a:endParaRPr lang="zh-CN" altLang="en-US" sz="1400" b="1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0" name="PA_矩形 66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2"/>
            </p:custDataLst>
          </p:nvPr>
        </p:nvSpPr>
        <p:spPr>
          <a:xfrm>
            <a:off x="6743712" y="2499925"/>
            <a:ext cx="427366" cy="427366"/>
          </a:xfrm>
          <a:prstGeom prst="rect">
            <a:avLst/>
          </a:prstGeom>
          <a:noFill/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b="1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02</a:t>
            </a:r>
            <a:endParaRPr lang="zh-CN" altLang="en-US" sz="1400" b="1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1" name="PA_矩形 68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3"/>
            </p:custDataLst>
          </p:nvPr>
        </p:nvSpPr>
        <p:spPr>
          <a:xfrm>
            <a:off x="6743712" y="3324049"/>
            <a:ext cx="427366" cy="427366"/>
          </a:xfrm>
          <a:prstGeom prst="rect">
            <a:avLst/>
          </a:prstGeom>
          <a:noFill/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b="1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03</a:t>
            </a:r>
            <a:endParaRPr lang="zh-CN" altLang="en-US" sz="1400" b="1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2" name="PA_矩形 6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4"/>
            </p:custDataLst>
          </p:nvPr>
        </p:nvSpPr>
        <p:spPr>
          <a:xfrm>
            <a:off x="6743712" y="4152844"/>
            <a:ext cx="427366" cy="427366"/>
          </a:xfrm>
          <a:prstGeom prst="rect">
            <a:avLst/>
          </a:prstGeom>
          <a:noFill/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b="1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04</a:t>
            </a:r>
            <a:endParaRPr lang="zh-CN" altLang="en-US" sz="1400" b="1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13" name="组合 1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GrpSpPr/>
          <p:nvPr/>
        </p:nvGrpSpPr>
        <p:grpSpPr>
          <a:xfrm>
            <a:off x="7290275" y="1886198"/>
            <a:ext cx="3516326" cy="45719"/>
            <a:chOff x="7695028" y="1983544"/>
            <a:chExt cx="3516326" cy="45719"/>
          </a:xfrm>
        </p:grpSpPr>
        <p:sp>
          <p:nvSpPr>
            <p:cNvPr id="14" name="任意多边形 1"/>
            <p:cNvSpPr/>
            <p:nvPr/>
          </p:nvSpPr>
          <p:spPr>
            <a:xfrm>
              <a:off x="7695028" y="1983544"/>
              <a:ext cx="692834" cy="45719"/>
            </a:xfrm>
            <a:custGeom>
              <a:avLst/>
              <a:gdLst>
                <a:gd name="connsiteX0" fmla="*/ 0 w 1378634"/>
                <a:gd name="connsiteY0" fmla="*/ 0 h 0"/>
                <a:gd name="connsiteX1" fmla="*/ 1378634 w 137863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634">
                  <a:moveTo>
                    <a:pt x="0" y="0"/>
                  </a:moveTo>
                  <a:lnTo>
                    <a:pt x="1378634" y="0"/>
                  </a:lnTo>
                </a:path>
              </a:pathLst>
            </a:custGeom>
            <a:noFill/>
            <a:ln w="0">
              <a:solidFill>
                <a:srgbClr val="1A3F6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5" name="任意多边形 19"/>
            <p:cNvSpPr/>
            <p:nvPr/>
          </p:nvSpPr>
          <p:spPr>
            <a:xfrm>
              <a:off x="10518520" y="1983544"/>
              <a:ext cx="692834" cy="45719"/>
            </a:xfrm>
            <a:custGeom>
              <a:avLst/>
              <a:gdLst>
                <a:gd name="connsiteX0" fmla="*/ 0 w 1378634"/>
                <a:gd name="connsiteY0" fmla="*/ 0 h 0"/>
                <a:gd name="connsiteX1" fmla="*/ 1378634 w 137863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634">
                  <a:moveTo>
                    <a:pt x="0" y="0"/>
                  </a:moveTo>
                  <a:lnTo>
                    <a:pt x="1378634" y="0"/>
                  </a:lnTo>
                </a:path>
              </a:pathLst>
            </a:custGeom>
            <a:noFill/>
            <a:ln w="0">
              <a:solidFill>
                <a:srgbClr val="1A3F6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6" name="组合 15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GrpSpPr/>
          <p:nvPr/>
        </p:nvGrpSpPr>
        <p:grpSpPr>
          <a:xfrm>
            <a:off x="7290275" y="2693172"/>
            <a:ext cx="3516326" cy="45719"/>
            <a:chOff x="7695028" y="1983544"/>
            <a:chExt cx="3516326" cy="45719"/>
          </a:xfrm>
        </p:grpSpPr>
        <p:sp>
          <p:nvSpPr>
            <p:cNvPr id="17" name="任意多边形 21"/>
            <p:cNvSpPr/>
            <p:nvPr/>
          </p:nvSpPr>
          <p:spPr>
            <a:xfrm>
              <a:off x="7695028" y="1983544"/>
              <a:ext cx="692834" cy="45719"/>
            </a:xfrm>
            <a:custGeom>
              <a:avLst/>
              <a:gdLst>
                <a:gd name="connsiteX0" fmla="*/ 0 w 1378634"/>
                <a:gd name="connsiteY0" fmla="*/ 0 h 0"/>
                <a:gd name="connsiteX1" fmla="*/ 1378634 w 137863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634">
                  <a:moveTo>
                    <a:pt x="0" y="0"/>
                  </a:moveTo>
                  <a:lnTo>
                    <a:pt x="1378634" y="0"/>
                  </a:lnTo>
                </a:path>
              </a:pathLst>
            </a:custGeom>
            <a:noFill/>
            <a:ln w="0">
              <a:solidFill>
                <a:srgbClr val="1A3F6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8" name="任意多边形 22"/>
            <p:cNvSpPr/>
            <p:nvPr/>
          </p:nvSpPr>
          <p:spPr>
            <a:xfrm>
              <a:off x="10518520" y="1983544"/>
              <a:ext cx="692834" cy="45719"/>
            </a:xfrm>
            <a:custGeom>
              <a:avLst/>
              <a:gdLst>
                <a:gd name="connsiteX0" fmla="*/ 0 w 1378634"/>
                <a:gd name="connsiteY0" fmla="*/ 0 h 0"/>
                <a:gd name="connsiteX1" fmla="*/ 1378634 w 137863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634">
                  <a:moveTo>
                    <a:pt x="0" y="0"/>
                  </a:moveTo>
                  <a:lnTo>
                    <a:pt x="1378634" y="0"/>
                  </a:lnTo>
                </a:path>
              </a:pathLst>
            </a:custGeom>
            <a:noFill/>
            <a:ln w="0">
              <a:solidFill>
                <a:srgbClr val="1A3F6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9" name="组合 18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GrpSpPr/>
          <p:nvPr/>
        </p:nvGrpSpPr>
        <p:grpSpPr>
          <a:xfrm>
            <a:off x="7290275" y="3523005"/>
            <a:ext cx="3516326" cy="45719"/>
            <a:chOff x="7695028" y="1983544"/>
            <a:chExt cx="3516326" cy="45719"/>
          </a:xfrm>
        </p:grpSpPr>
        <p:sp>
          <p:nvSpPr>
            <p:cNvPr id="20" name="任意多边形 39"/>
            <p:cNvSpPr/>
            <p:nvPr/>
          </p:nvSpPr>
          <p:spPr>
            <a:xfrm>
              <a:off x="7695028" y="1983544"/>
              <a:ext cx="692834" cy="45719"/>
            </a:xfrm>
            <a:custGeom>
              <a:avLst/>
              <a:gdLst>
                <a:gd name="connsiteX0" fmla="*/ 0 w 1378634"/>
                <a:gd name="connsiteY0" fmla="*/ 0 h 0"/>
                <a:gd name="connsiteX1" fmla="*/ 1378634 w 137863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634">
                  <a:moveTo>
                    <a:pt x="0" y="0"/>
                  </a:moveTo>
                  <a:lnTo>
                    <a:pt x="1378634" y="0"/>
                  </a:lnTo>
                </a:path>
              </a:pathLst>
            </a:custGeom>
            <a:noFill/>
            <a:ln w="0">
              <a:solidFill>
                <a:srgbClr val="1A3F6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1" name="任意多边形 41"/>
            <p:cNvSpPr/>
            <p:nvPr/>
          </p:nvSpPr>
          <p:spPr>
            <a:xfrm>
              <a:off x="10518520" y="1983544"/>
              <a:ext cx="692834" cy="45719"/>
            </a:xfrm>
            <a:custGeom>
              <a:avLst/>
              <a:gdLst>
                <a:gd name="connsiteX0" fmla="*/ 0 w 1378634"/>
                <a:gd name="connsiteY0" fmla="*/ 0 h 0"/>
                <a:gd name="connsiteX1" fmla="*/ 1378634 w 137863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634">
                  <a:moveTo>
                    <a:pt x="0" y="0"/>
                  </a:moveTo>
                  <a:lnTo>
                    <a:pt x="1378634" y="0"/>
                  </a:lnTo>
                </a:path>
              </a:pathLst>
            </a:custGeom>
            <a:noFill/>
            <a:ln w="0">
              <a:solidFill>
                <a:srgbClr val="1A3F6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22" name="组合 2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GrpSpPr/>
          <p:nvPr/>
        </p:nvGrpSpPr>
        <p:grpSpPr>
          <a:xfrm>
            <a:off x="7290275" y="4343226"/>
            <a:ext cx="3516326" cy="45719"/>
            <a:chOff x="7695028" y="1983544"/>
            <a:chExt cx="3516326" cy="45719"/>
          </a:xfrm>
        </p:grpSpPr>
        <p:sp>
          <p:nvSpPr>
            <p:cNvPr id="23" name="任意多边形 43"/>
            <p:cNvSpPr/>
            <p:nvPr/>
          </p:nvSpPr>
          <p:spPr>
            <a:xfrm>
              <a:off x="7695028" y="1983544"/>
              <a:ext cx="692834" cy="45719"/>
            </a:xfrm>
            <a:custGeom>
              <a:avLst/>
              <a:gdLst>
                <a:gd name="connsiteX0" fmla="*/ 0 w 1378634"/>
                <a:gd name="connsiteY0" fmla="*/ 0 h 0"/>
                <a:gd name="connsiteX1" fmla="*/ 1378634 w 137863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634">
                  <a:moveTo>
                    <a:pt x="0" y="0"/>
                  </a:moveTo>
                  <a:lnTo>
                    <a:pt x="1378634" y="0"/>
                  </a:lnTo>
                </a:path>
              </a:pathLst>
            </a:custGeom>
            <a:noFill/>
            <a:ln w="0">
              <a:solidFill>
                <a:srgbClr val="1A3F6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4" name="任意多边形 44"/>
            <p:cNvSpPr/>
            <p:nvPr/>
          </p:nvSpPr>
          <p:spPr>
            <a:xfrm>
              <a:off x="10518520" y="1983544"/>
              <a:ext cx="692834" cy="45719"/>
            </a:xfrm>
            <a:custGeom>
              <a:avLst/>
              <a:gdLst>
                <a:gd name="connsiteX0" fmla="*/ 0 w 1378634"/>
                <a:gd name="connsiteY0" fmla="*/ 0 h 0"/>
                <a:gd name="connsiteX1" fmla="*/ 1378634 w 137863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634">
                  <a:moveTo>
                    <a:pt x="0" y="0"/>
                  </a:moveTo>
                  <a:lnTo>
                    <a:pt x="1378634" y="0"/>
                  </a:lnTo>
                </a:path>
              </a:pathLst>
            </a:custGeom>
            <a:noFill/>
            <a:ln w="0">
              <a:solidFill>
                <a:srgbClr val="1A3F6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2526617" y="233703"/>
            <a:ext cx="1506106" cy="63824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5400" dirty="0">
              <a:latin typeface="Eras Bold ITC" panose="020B0907030504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735241" y="1817292"/>
            <a:ext cx="1088857" cy="22920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dist"/>
            <a:r>
              <a:rPr lang="zh-CN" altLang="en-US" sz="8000" dirty="0">
                <a:latin typeface="字魂59号-创粗黑" panose="00000500000000000000" charset="-122"/>
                <a:ea typeface="字魂59号-创粗黑" panose="00000500000000000000" charset="-122"/>
              </a:rPr>
              <a:t>目录</a:t>
            </a:r>
            <a:endParaRPr lang="zh-CN" altLang="en-US" sz="80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7" name="PA_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5"/>
            </p:custDataLst>
          </p:nvPr>
        </p:nvSpPr>
        <p:spPr>
          <a:xfrm>
            <a:off x="2569841" y="4182309"/>
            <a:ext cx="1423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9" name="PA_矩形 6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>
            <p:custDataLst>
              <p:tags r:id="rId6"/>
            </p:custDataLst>
          </p:nvPr>
        </p:nvSpPr>
        <p:spPr>
          <a:xfrm>
            <a:off x="6743712" y="5036023"/>
            <a:ext cx="427366" cy="427366"/>
          </a:xfrm>
          <a:prstGeom prst="rect">
            <a:avLst/>
          </a:prstGeom>
          <a:noFill/>
          <a:ln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b="1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04</a:t>
            </a:r>
            <a:endParaRPr lang="zh-CN" altLang="en-US" sz="1400" b="1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8" name="PA_文本框 10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7"/>
            </p:custDataLst>
          </p:nvPr>
        </p:nvSpPr>
        <p:spPr>
          <a:xfrm>
            <a:off x="7815942" y="5003410"/>
            <a:ext cx="2452915" cy="461665"/>
          </a:xfrm>
          <a:prstGeom prst="rect">
            <a:avLst/>
          </a:prstGeom>
          <a:solidFill>
            <a:srgbClr val="FDFDF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文献探讨与建议</a:t>
            </a:r>
            <a:endParaRPr lang="zh-CN" altLang="en-US" sz="2400" b="1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5" name="PA_文本框 6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8"/>
            </p:custDataLst>
          </p:nvPr>
        </p:nvSpPr>
        <p:spPr>
          <a:xfrm>
            <a:off x="7566531" y="1666807"/>
            <a:ext cx="2845595" cy="461665"/>
          </a:xfrm>
          <a:prstGeom prst="rect">
            <a:avLst/>
          </a:prstGeom>
          <a:solidFill>
            <a:srgbClr val="FDFDFE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 spc="120">
                <a:solidFill>
                  <a:srgbClr val="1A3F6C"/>
                </a:solidFill>
                <a:latin typeface="Tw Cen MT" panose="020B0602020104020603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字魂59号-创粗黑" panose="00000500000000000000" charset="-122"/>
                <a:ea typeface="字魂59号-创粗黑" panose="00000500000000000000" charset="-122"/>
              </a:rPr>
              <a:t>项目立项研究背景</a:t>
            </a:r>
            <a:endParaRPr lang="zh-CN" altLang="en-US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6" name="PA_文本框 7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9"/>
            </p:custDataLst>
          </p:nvPr>
        </p:nvSpPr>
        <p:spPr>
          <a:xfrm>
            <a:off x="7805764" y="2454712"/>
            <a:ext cx="2451119" cy="461665"/>
          </a:xfrm>
          <a:prstGeom prst="rect">
            <a:avLst/>
          </a:prstGeom>
          <a:solidFill>
            <a:srgbClr val="FDFDFE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 spc="120">
                <a:solidFill>
                  <a:srgbClr val="1A3F6C"/>
                </a:solidFill>
                <a:latin typeface="Tw Cen MT" panose="020B0602020104020603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字魂59号-创粗黑" panose="00000500000000000000" charset="-122"/>
                <a:ea typeface="字魂59号-创粗黑" panose="00000500000000000000" charset="-122"/>
              </a:rPr>
              <a:t>国内外研究现状</a:t>
            </a:r>
            <a:endParaRPr lang="zh-CN" altLang="en-US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7" name="PA_文本框 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10"/>
            </p:custDataLst>
          </p:nvPr>
        </p:nvSpPr>
        <p:spPr>
          <a:xfrm>
            <a:off x="7961006" y="3278239"/>
            <a:ext cx="2140636" cy="461665"/>
          </a:xfrm>
          <a:prstGeom prst="rect">
            <a:avLst/>
          </a:prstGeom>
          <a:solidFill>
            <a:srgbClr val="FDFDFE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 spc="120">
                <a:solidFill>
                  <a:srgbClr val="1A3F6C"/>
                </a:solidFill>
                <a:latin typeface="Tw Cen MT" panose="020B0602020104020603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字魂59号-创粗黑" panose="00000500000000000000" charset="-122"/>
                <a:ea typeface="字魂59号-创粗黑" panose="00000500000000000000" charset="-122"/>
              </a:rPr>
              <a:t>课题研究目标</a:t>
            </a:r>
            <a:endParaRPr lang="zh-CN" altLang="en-US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8" name="PA_文本框 10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11"/>
            </p:custDataLst>
          </p:nvPr>
        </p:nvSpPr>
        <p:spPr>
          <a:xfrm>
            <a:off x="7888473" y="4101766"/>
            <a:ext cx="2201710" cy="461665"/>
          </a:xfrm>
          <a:prstGeom prst="rect">
            <a:avLst/>
          </a:prstGeom>
          <a:solidFill>
            <a:srgbClr val="FDFDFE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 spc="120">
                <a:solidFill>
                  <a:srgbClr val="1A3F6C"/>
                </a:solidFill>
                <a:latin typeface="Tw Cen MT" panose="020B0602020104020603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字魂59号-创粗黑" panose="00000500000000000000" charset="-122"/>
                <a:ea typeface="字魂59号-创粗黑" panose="00000500000000000000" charset="-122"/>
              </a:rPr>
              <a:t>课题研究方法</a:t>
            </a:r>
            <a:endParaRPr lang="zh-CN" altLang="en-US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0"/>
                            </p:stCondLst>
                            <p:childTnLst>
                              <p:par>
                                <p:cTn id="3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500"/>
                            </p:stCondLst>
                            <p:childTnLst>
                              <p:par>
                                <p:cTn id="5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0"/>
                            </p:stCondLst>
                            <p:childTnLst>
                              <p:par>
                                <p:cTn id="5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3500"/>
                            </p:stCondLst>
                            <p:childTnLst>
                              <p:par>
                                <p:cTn id="6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4000"/>
                            </p:stCondLst>
                            <p:childTnLst>
                              <p:par>
                                <p:cTn id="6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6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500"/>
                            </p:stCondLst>
                            <p:childTnLst>
                              <p:par>
                                <p:cTn id="7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25" grpId="0" animBg="1"/>
      <p:bldP spid="26" grpId="0" animBg="1"/>
      <p:bldP spid="27" grpId="0"/>
      <p:bldP spid="29" grpId="0" animBg="1"/>
      <p:bldP spid="28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1"/>
            </p:custDataLst>
          </p:nvPr>
        </p:nvSpPr>
        <p:spPr>
          <a:xfrm>
            <a:off x="6772755" y="1272737"/>
            <a:ext cx="40556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课题立项研究背景</a:t>
            </a:r>
            <a:endParaRPr lang="zh-CN" altLang="en-US" sz="66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PA_文本框 4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2"/>
            </p:custDataLst>
          </p:nvPr>
        </p:nvSpPr>
        <p:spPr>
          <a:xfrm>
            <a:off x="6096000" y="3211729"/>
            <a:ext cx="5479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pc="120">
                <a:solidFill>
                  <a:srgbClr val="2A3A4A"/>
                </a:solidFill>
                <a:latin typeface="Tw Cen MT" panose="020B0602020104020603" pitchFamily="34" charset="0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 err="1">
                <a:latin typeface="字魂59号-创粗黑" panose="00000500000000000000" charset="-122"/>
                <a:ea typeface="字魂59号-创粗黑" panose="00000500000000000000" charset="-122"/>
              </a:rPr>
              <a:t>Ke</a:t>
            </a:r>
            <a:r>
              <a:rPr lang="en-US" altLang="zh-CN" dirty="0">
                <a:latin typeface="字魂59号-创粗黑" panose="00000500000000000000" charset="-122"/>
                <a:ea typeface="字魂59号-创粗黑" panose="00000500000000000000" charset="-122"/>
              </a:rPr>
              <a:t> </a:t>
            </a:r>
            <a:r>
              <a:rPr lang="en-US" altLang="zh-CN" dirty="0" err="1">
                <a:latin typeface="字魂59号-创粗黑" panose="00000500000000000000" charset="-122"/>
                <a:ea typeface="字魂59号-创粗黑" panose="00000500000000000000" charset="-122"/>
              </a:rPr>
              <a:t>Ti</a:t>
            </a:r>
            <a:r>
              <a:rPr lang="en-US" altLang="zh-CN" dirty="0">
                <a:latin typeface="字魂59号-创粗黑" panose="00000500000000000000" charset="-122"/>
                <a:ea typeface="字魂59号-创粗黑" panose="00000500000000000000" charset="-122"/>
              </a:rPr>
              <a:t> Li Xiang Yan Jiu Bei Jing</a:t>
            </a:r>
            <a:endParaRPr lang="zh-CN" altLang="en-US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773692" y="174427"/>
            <a:ext cx="542759" cy="1163339"/>
            <a:chOff x="6399701" y="177188"/>
            <a:chExt cx="542759" cy="1163339"/>
          </a:xfrm>
          <a:solidFill>
            <a:srgbClr val="1A3F6C"/>
          </a:solidFill>
        </p:grpSpPr>
        <p:sp>
          <p:nvSpPr>
            <p:cNvPr id="5" name="直角三角形 4"/>
            <p:cNvSpPr/>
            <p:nvPr/>
          </p:nvSpPr>
          <p:spPr>
            <a:xfrm>
              <a:off x="6883579" y="177188"/>
              <a:ext cx="58881" cy="62429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6" name="五边形 8"/>
            <p:cNvSpPr/>
            <p:nvPr/>
          </p:nvSpPr>
          <p:spPr>
            <a:xfrm rot="5400000">
              <a:off x="6063639" y="516004"/>
              <a:ext cx="1160585" cy="488462"/>
            </a:xfrm>
            <a:prstGeom prst="homePlate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2526617" y="234944"/>
            <a:ext cx="1506106" cy="63824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5400" dirty="0">
              <a:latin typeface="Eras Bold ITC" panose="020B0907030504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35241" y="1337767"/>
            <a:ext cx="1088857" cy="431105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8000" dirty="0">
                <a:latin typeface="字魂59号-创粗黑" panose="00000500000000000000" charset="-122"/>
                <a:ea typeface="字魂59号-创粗黑" panose="00000500000000000000" charset="-122"/>
              </a:rPr>
              <a:t>第一部分</a:t>
            </a:r>
            <a:endParaRPr lang="zh-CN" altLang="en-US" sz="80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974114" y="4277865"/>
            <a:ext cx="3854316" cy="428171"/>
            <a:chOff x="6974114" y="4209143"/>
            <a:chExt cx="3854316" cy="428171"/>
          </a:xfrm>
        </p:grpSpPr>
        <p:sp>
          <p:nvSpPr>
            <p:cNvPr id="10" name="矩形: 圆角 9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课题研究的背景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974114" y="4793122"/>
            <a:ext cx="3854316" cy="428171"/>
            <a:chOff x="6974114" y="4209143"/>
            <a:chExt cx="3854316" cy="428171"/>
          </a:xfrm>
        </p:grpSpPr>
        <p:sp>
          <p:nvSpPr>
            <p:cNvPr id="14" name="矩形: 圆角 13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相关研究的概述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974114" y="5304698"/>
            <a:ext cx="3854316" cy="428171"/>
            <a:chOff x="6974114" y="4209143"/>
            <a:chExt cx="3854316" cy="428171"/>
          </a:xfrm>
        </p:grpSpPr>
        <p:sp>
          <p:nvSpPr>
            <p:cNvPr id="17" name="矩形: 圆角 16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研究的现实意义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3" y="477906"/>
            <a:ext cx="3239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课题研究的背景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649408" y="919539"/>
            <a:ext cx="318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20" normalizeH="0" baseline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Ke</a:t>
            </a: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120" normalizeH="0" baseline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Ti</a:t>
            </a: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Yan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Jiu De Bei Jing</a:t>
            </a:r>
            <a:endParaRPr kumimoji="0" lang="zh-CN" altLang="en-US" sz="1800" b="0" i="0" u="none" strike="noStrike" kern="1200" cap="none" spc="120" normalizeH="0" baseline="0" noProof="0" dirty="0">
              <a:ln>
                <a:noFill/>
              </a:ln>
              <a:solidFill>
                <a:srgbClr val="2A3A4A"/>
              </a:solidFill>
              <a:effectLst/>
              <a:uLnTx/>
              <a:uFillTx/>
              <a:latin typeface="字魂59号-创粗黑" panose="00000500000000000000" charset="-122"/>
              <a:ea typeface="字魂59号-创粗黑" panose="00000500000000000000" charset="-122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5430" y="1762125"/>
            <a:ext cx="3949246" cy="394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6997217" y="1914346"/>
            <a:ext cx="3621456" cy="3797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6742469" y="1746191"/>
            <a:ext cx="513789" cy="336310"/>
            <a:chOff x="1019176" y="1881188"/>
            <a:chExt cx="778728" cy="509730"/>
          </a:xfrm>
          <a:solidFill>
            <a:srgbClr val="1A3F6C"/>
          </a:solidFill>
        </p:grpSpPr>
        <p:sp>
          <p:nvSpPr>
            <p:cNvPr id="7" name="任意多边形 29"/>
            <p:cNvSpPr/>
            <p:nvPr/>
          </p:nvSpPr>
          <p:spPr>
            <a:xfrm>
              <a:off x="1019176" y="1881188"/>
              <a:ext cx="342900" cy="509730"/>
            </a:xfrm>
            <a:custGeom>
              <a:avLst/>
              <a:gdLst>
                <a:gd name="connsiteX0" fmla="*/ 158512 w 342900"/>
                <a:gd name="connsiteY0" fmla="*/ 0 h 509730"/>
                <a:gd name="connsiteX1" fmla="*/ 262361 w 342900"/>
                <a:gd name="connsiteY1" fmla="*/ 0 h 509730"/>
                <a:gd name="connsiteX2" fmla="*/ 103850 w 342900"/>
                <a:gd name="connsiteY2" fmla="*/ 166830 h 509730"/>
                <a:gd name="connsiteX3" fmla="*/ 342900 w 342900"/>
                <a:gd name="connsiteY3" fmla="*/ 166830 h 509730"/>
                <a:gd name="connsiteX4" fmla="*/ 342900 w 342900"/>
                <a:gd name="connsiteY4" fmla="*/ 509730 h 509730"/>
                <a:gd name="connsiteX5" fmla="*/ 0 w 342900"/>
                <a:gd name="connsiteY5" fmla="*/ 509730 h 509730"/>
                <a:gd name="connsiteX6" fmla="*/ 0 w 342900"/>
                <a:gd name="connsiteY6" fmla="*/ 166830 h 509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2900" h="509730">
                  <a:moveTo>
                    <a:pt x="158512" y="0"/>
                  </a:moveTo>
                  <a:lnTo>
                    <a:pt x="262361" y="0"/>
                  </a:lnTo>
                  <a:lnTo>
                    <a:pt x="103850" y="166830"/>
                  </a:lnTo>
                  <a:lnTo>
                    <a:pt x="342900" y="166830"/>
                  </a:lnTo>
                  <a:lnTo>
                    <a:pt x="342900" y="509730"/>
                  </a:lnTo>
                  <a:lnTo>
                    <a:pt x="0" y="509730"/>
                  </a:lnTo>
                  <a:lnTo>
                    <a:pt x="0" y="166830"/>
                  </a:lnTo>
                  <a:close/>
                </a:path>
              </a:pathLst>
            </a:custGeom>
            <a:grpFill/>
            <a:effectLst/>
          </p:spPr>
          <p:txBody>
            <a:bodyPr wrap="square" rtlCol="0" anchor="ctr" anchorCtr="0">
              <a:no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8" name="任意多边形 30"/>
            <p:cNvSpPr/>
            <p:nvPr/>
          </p:nvSpPr>
          <p:spPr>
            <a:xfrm>
              <a:off x="1455004" y="1881188"/>
              <a:ext cx="342900" cy="509730"/>
            </a:xfrm>
            <a:custGeom>
              <a:avLst/>
              <a:gdLst>
                <a:gd name="connsiteX0" fmla="*/ 158512 w 342900"/>
                <a:gd name="connsiteY0" fmla="*/ 0 h 509730"/>
                <a:gd name="connsiteX1" fmla="*/ 262361 w 342900"/>
                <a:gd name="connsiteY1" fmla="*/ 0 h 509730"/>
                <a:gd name="connsiteX2" fmla="*/ 103850 w 342900"/>
                <a:gd name="connsiteY2" fmla="*/ 166830 h 509730"/>
                <a:gd name="connsiteX3" fmla="*/ 342900 w 342900"/>
                <a:gd name="connsiteY3" fmla="*/ 166830 h 509730"/>
                <a:gd name="connsiteX4" fmla="*/ 342900 w 342900"/>
                <a:gd name="connsiteY4" fmla="*/ 509730 h 509730"/>
                <a:gd name="connsiteX5" fmla="*/ 0 w 342900"/>
                <a:gd name="connsiteY5" fmla="*/ 509730 h 509730"/>
                <a:gd name="connsiteX6" fmla="*/ 0 w 342900"/>
                <a:gd name="connsiteY6" fmla="*/ 166830 h 509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2900" h="509730">
                  <a:moveTo>
                    <a:pt x="158512" y="0"/>
                  </a:moveTo>
                  <a:lnTo>
                    <a:pt x="262361" y="0"/>
                  </a:lnTo>
                  <a:lnTo>
                    <a:pt x="103850" y="166830"/>
                  </a:lnTo>
                  <a:lnTo>
                    <a:pt x="342900" y="166830"/>
                  </a:lnTo>
                  <a:lnTo>
                    <a:pt x="342900" y="509730"/>
                  </a:lnTo>
                  <a:lnTo>
                    <a:pt x="0" y="509730"/>
                  </a:lnTo>
                  <a:lnTo>
                    <a:pt x="0" y="166830"/>
                  </a:lnTo>
                  <a:close/>
                </a:path>
              </a:pathLst>
            </a:custGeom>
            <a:grpFill/>
            <a:effectLst/>
          </p:spPr>
          <p:txBody>
            <a:bodyPr wrap="square" rtlCol="0" anchor="ctr" anchorCtr="0">
              <a:no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flipH="1">
            <a:off x="10232517" y="5543216"/>
            <a:ext cx="513789" cy="336310"/>
            <a:chOff x="1019176" y="1881188"/>
            <a:chExt cx="778728" cy="509730"/>
          </a:xfrm>
          <a:solidFill>
            <a:srgbClr val="1A3F6C"/>
          </a:solidFill>
        </p:grpSpPr>
        <p:sp>
          <p:nvSpPr>
            <p:cNvPr id="10" name="任意多边形 32"/>
            <p:cNvSpPr/>
            <p:nvPr/>
          </p:nvSpPr>
          <p:spPr>
            <a:xfrm>
              <a:off x="1019176" y="1881188"/>
              <a:ext cx="342900" cy="509730"/>
            </a:xfrm>
            <a:custGeom>
              <a:avLst/>
              <a:gdLst>
                <a:gd name="connsiteX0" fmla="*/ 158512 w 342900"/>
                <a:gd name="connsiteY0" fmla="*/ 0 h 509730"/>
                <a:gd name="connsiteX1" fmla="*/ 262361 w 342900"/>
                <a:gd name="connsiteY1" fmla="*/ 0 h 509730"/>
                <a:gd name="connsiteX2" fmla="*/ 103850 w 342900"/>
                <a:gd name="connsiteY2" fmla="*/ 166830 h 509730"/>
                <a:gd name="connsiteX3" fmla="*/ 342900 w 342900"/>
                <a:gd name="connsiteY3" fmla="*/ 166830 h 509730"/>
                <a:gd name="connsiteX4" fmla="*/ 342900 w 342900"/>
                <a:gd name="connsiteY4" fmla="*/ 509730 h 509730"/>
                <a:gd name="connsiteX5" fmla="*/ 0 w 342900"/>
                <a:gd name="connsiteY5" fmla="*/ 509730 h 509730"/>
                <a:gd name="connsiteX6" fmla="*/ 0 w 342900"/>
                <a:gd name="connsiteY6" fmla="*/ 166830 h 509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2900" h="509730">
                  <a:moveTo>
                    <a:pt x="158512" y="0"/>
                  </a:moveTo>
                  <a:lnTo>
                    <a:pt x="262361" y="0"/>
                  </a:lnTo>
                  <a:lnTo>
                    <a:pt x="103850" y="166830"/>
                  </a:lnTo>
                  <a:lnTo>
                    <a:pt x="342900" y="166830"/>
                  </a:lnTo>
                  <a:lnTo>
                    <a:pt x="342900" y="509730"/>
                  </a:lnTo>
                  <a:lnTo>
                    <a:pt x="0" y="509730"/>
                  </a:lnTo>
                  <a:lnTo>
                    <a:pt x="0" y="166830"/>
                  </a:lnTo>
                  <a:close/>
                </a:path>
              </a:pathLst>
            </a:custGeom>
            <a:grpFill/>
            <a:effectLst/>
          </p:spPr>
          <p:txBody>
            <a:bodyPr wrap="square" rtlCol="0" anchor="ctr" anchorCtr="0">
              <a:no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1" name="任意多边形 33"/>
            <p:cNvSpPr/>
            <p:nvPr/>
          </p:nvSpPr>
          <p:spPr>
            <a:xfrm>
              <a:off x="1455004" y="1881188"/>
              <a:ext cx="342900" cy="509730"/>
            </a:xfrm>
            <a:custGeom>
              <a:avLst/>
              <a:gdLst>
                <a:gd name="connsiteX0" fmla="*/ 158512 w 342900"/>
                <a:gd name="connsiteY0" fmla="*/ 0 h 509730"/>
                <a:gd name="connsiteX1" fmla="*/ 262361 w 342900"/>
                <a:gd name="connsiteY1" fmla="*/ 0 h 509730"/>
                <a:gd name="connsiteX2" fmla="*/ 103850 w 342900"/>
                <a:gd name="connsiteY2" fmla="*/ 166830 h 509730"/>
                <a:gd name="connsiteX3" fmla="*/ 342900 w 342900"/>
                <a:gd name="connsiteY3" fmla="*/ 166830 h 509730"/>
                <a:gd name="connsiteX4" fmla="*/ 342900 w 342900"/>
                <a:gd name="connsiteY4" fmla="*/ 509730 h 509730"/>
                <a:gd name="connsiteX5" fmla="*/ 0 w 342900"/>
                <a:gd name="connsiteY5" fmla="*/ 509730 h 509730"/>
                <a:gd name="connsiteX6" fmla="*/ 0 w 342900"/>
                <a:gd name="connsiteY6" fmla="*/ 166830 h 509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2900" h="509730">
                  <a:moveTo>
                    <a:pt x="158512" y="0"/>
                  </a:moveTo>
                  <a:lnTo>
                    <a:pt x="262361" y="0"/>
                  </a:lnTo>
                  <a:lnTo>
                    <a:pt x="103850" y="166830"/>
                  </a:lnTo>
                  <a:lnTo>
                    <a:pt x="342900" y="166830"/>
                  </a:lnTo>
                  <a:lnTo>
                    <a:pt x="342900" y="509730"/>
                  </a:lnTo>
                  <a:lnTo>
                    <a:pt x="0" y="509730"/>
                  </a:lnTo>
                  <a:lnTo>
                    <a:pt x="0" y="166830"/>
                  </a:lnTo>
                  <a:close/>
                </a:path>
              </a:pathLst>
            </a:custGeom>
            <a:grpFill/>
            <a:effectLst/>
          </p:spPr>
          <p:txBody>
            <a:bodyPr wrap="square" rtlCol="0" anchor="ctr" anchorCtr="0">
              <a:no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7048088" y="2338525"/>
            <a:ext cx="3548742" cy="3003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3" y="477906"/>
            <a:ext cx="3545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相关研究的概述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649408" y="919539"/>
            <a:ext cx="3545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Xiang Guan Yan Jiu De Gai Shu</a:t>
            </a:r>
            <a:endParaRPr kumimoji="0" lang="zh-CN" altLang="en-US" sz="1800" b="0" i="0" u="none" strike="noStrike" kern="1200" cap="none" spc="120" normalizeH="0" baseline="0" noProof="0" dirty="0">
              <a:ln>
                <a:noFill/>
              </a:ln>
              <a:solidFill>
                <a:srgbClr val="2A3A4A"/>
              </a:solidFill>
              <a:effectLst/>
              <a:uLnTx/>
              <a:uFillTx/>
              <a:latin typeface="字魂59号-创粗黑" panose="00000500000000000000" charset="-122"/>
              <a:ea typeface="字魂59号-创粗黑" panose="00000500000000000000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343024" y="2349003"/>
            <a:ext cx="3960814" cy="129007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343025" y="1740865"/>
            <a:ext cx="822659" cy="523220"/>
          </a:xfrm>
          <a:prstGeom prst="rect">
            <a:avLst/>
          </a:prstGeom>
          <a:solidFill>
            <a:srgbClr val="F8BC49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01</a:t>
            </a:r>
            <a:endParaRPr lang="en-US" altLang="zh-CN" sz="2800" b="1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177716" y="1718179"/>
            <a:ext cx="1722645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字魂59号-创粗黑" panose="00000500000000000000" charset="-122"/>
                <a:ea typeface="字魂59号-创粗黑" panose="00000500000000000000" charset="-122"/>
              </a:rPr>
              <a:t>选题理由</a:t>
            </a:r>
            <a:endParaRPr lang="zh-CN" altLang="en-US" sz="2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422351" y="2543916"/>
            <a:ext cx="3915670" cy="875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343025" y="4763514"/>
            <a:ext cx="3960814" cy="129007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343026" y="4155376"/>
            <a:ext cx="822659" cy="523220"/>
          </a:xfrm>
          <a:prstGeom prst="rect">
            <a:avLst/>
          </a:prstGeom>
          <a:solidFill>
            <a:srgbClr val="1A3F6C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02</a:t>
            </a:r>
            <a:endParaRPr lang="en-US" altLang="zh-CN" sz="2800" b="1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177717" y="4124598"/>
            <a:ext cx="1439423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字魂59号-创粗黑" panose="00000500000000000000" charset="-122"/>
                <a:ea typeface="字魂59号-创粗黑" panose="00000500000000000000" charset="-122"/>
              </a:rPr>
              <a:t>选题理由</a:t>
            </a:r>
            <a:endParaRPr lang="zh-CN" altLang="en-US" sz="2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22352" y="4958427"/>
            <a:ext cx="391567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888163" y="2349003"/>
            <a:ext cx="3960814" cy="129007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888164" y="1740865"/>
            <a:ext cx="822659" cy="523220"/>
          </a:xfrm>
          <a:prstGeom prst="rect">
            <a:avLst/>
          </a:prstGeom>
          <a:solidFill>
            <a:srgbClr val="F8BC49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03</a:t>
            </a:r>
            <a:endParaRPr lang="en-US" altLang="zh-CN" sz="2800" b="1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722855" y="1710087"/>
            <a:ext cx="1453513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字魂59号-创粗黑" panose="00000500000000000000" charset="-122"/>
                <a:ea typeface="字魂59号-创粗黑" panose="00000500000000000000" charset="-122"/>
              </a:rPr>
              <a:t>选题理由</a:t>
            </a:r>
            <a:endParaRPr lang="zh-CN" altLang="en-US" sz="2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967490" y="2543916"/>
            <a:ext cx="391567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888164" y="4763514"/>
            <a:ext cx="3960814" cy="129007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888165" y="4155376"/>
            <a:ext cx="822659" cy="523220"/>
          </a:xfrm>
          <a:prstGeom prst="rect">
            <a:avLst/>
          </a:prstGeom>
          <a:solidFill>
            <a:srgbClr val="1A3F6C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04</a:t>
            </a:r>
            <a:endParaRPr lang="en-US" altLang="zh-CN" sz="2800" b="1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722856" y="4124598"/>
            <a:ext cx="1453513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字魂59号-创粗黑" panose="00000500000000000000" charset="-122"/>
                <a:ea typeface="字魂59号-创粗黑" panose="00000500000000000000" charset="-122"/>
              </a:rPr>
              <a:t>选题理由</a:t>
            </a:r>
            <a:endParaRPr lang="zh-CN" altLang="en-US" sz="2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967491" y="4958427"/>
            <a:ext cx="391567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0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500"/>
                            </p:stCondLst>
                            <p:childTnLst>
                              <p:par>
                                <p:cTn id="7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0"/>
                            </p:stCondLst>
                            <p:childTnLst>
                              <p:par>
                                <p:cTn id="7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5" grpId="0" animBg="1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/>
      <p:bldP spid="43" grpId="0" animBg="1"/>
      <p:bldP spid="44" grpId="0" animBg="1"/>
      <p:bldP spid="45" grpId="0"/>
      <p:bldP spid="46" grpId="0"/>
      <p:bldP spid="47" grpId="0" animBg="1"/>
      <p:bldP spid="48" grpId="0" animBg="1"/>
      <p:bldP spid="49" grpId="0"/>
      <p:bldP spid="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334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研究的现实意义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649408" y="919539"/>
            <a:ext cx="318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Yan Jiu De Xian Shi </a:t>
            </a: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Y</a:t>
            </a:r>
            <a:r>
              <a:rPr kumimoji="0" lang="en-US" altLang="zh-CN" sz="1800" b="0" i="0" u="none" strike="noStrike" kern="1200" cap="none" spc="120" normalizeH="0" baseline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Yi</a:t>
            </a:r>
            <a:endParaRPr kumimoji="0" lang="zh-CN" altLang="en-US" sz="1800" b="0" i="0" u="none" strike="noStrike" kern="1200" cap="none" spc="120" normalizeH="0" baseline="0" noProof="0" dirty="0">
              <a:ln>
                <a:noFill/>
              </a:ln>
              <a:solidFill>
                <a:srgbClr val="2A3A4A"/>
              </a:solidFill>
              <a:effectLst/>
              <a:uLnTx/>
              <a:uFillTx/>
              <a:latin typeface="字魂59号-创粗黑" panose="00000500000000000000" charset="-122"/>
              <a:ea typeface="字魂59号-创粗黑" panose="00000500000000000000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0287" y="1833436"/>
            <a:ext cx="5577990" cy="3853544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5400" dirty="0">
              <a:latin typeface="Eras Bold ITC" panose="020B0907030504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9113" y="2171102"/>
            <a:ext cx="5402544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概述：您的内容打在这里，或者通过复制您的文本后，在此框中选择粘贴。</a:t>
            </a:r>
            <a:endParaRPr lang="en-US" altLang="zh-CN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9113" y="3271699"/>
            <a:ext cx="5402544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概述：您的内容打在这里，或者通过复制您的文本后，在此框中选择粘贴。</a:t>
            </a:r>
            <a:endParaRPr lang="en-US" altLang="zh-CN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5733" y="4372296"/>
            <a:ext cx="5402544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概述：您的内容打在这里，或者通过复制您的文本后，在此框中选择粘贴。</a:t>
            </a:r>
            <a:endParaRPr lang="en-US" altLang="zh-CN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80514" y="1159024"/>
            <a:ext cx="899886" cy="899886"/>
            <a:chOff x="6879772" y="853442"/>
            <a:chExt cx="899886" cy="899886"/>
          </a:xfrm>
        </p:grpSpPr>
        <p:sp>
          <p:nvSpPr>
            <p:cNvPr id="9" name="椭圆 8"/>
            <p:cNvSpPr/>
            <p:nvPr/>
          </p:nvSpPr>
          <p:spPr>
            <a:xfrm>
              <a:off x="6879772" y="853442"/>
              <a:ext cx="899886" cy="89988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0" name="target_60481"/>
            <p:cNvSpPr>
              <a:spLocks noChangeAspect="1"/>
            </p:cNvSpPr>
            <p:nvPr/>
          </p:nvSpPr>
          <p:spPr bwMode="auto">
            <a:xfrm>
              <a:off x="7083883" y="1023355"/>
              <a:ext cx="529372" cy="531032"/>
            </a:xfrm>
            <a:custGeom>
              <a:avLst/>
              <a:gdLst>
                <a:gd name="connsiteX0" fmla="*/ 274005 w 606795"/>
                <a:gd name="connsiteY0" fmla="*/ 200265 h 608697"/>
                <a:gd name="connsiteX1" fmla="*/ 331102 w 606795"/>
                <a:gd name="connsiteY1" fmla="*/ 212914 h 608697"/>
                <a:gd name="connsiteX2" fmla="*/ 329998 w 606795"/>
                <a:gd name="connsiteY2" fmla="*/ 214016 h 608697"/>
                <a:gd name="connsiteX3" fmla="*/ 279379 w 606795"/>
                <a:gd name="connsiteY3" fmla="*/ 264565 h 608697"/>
                <a:gd name="connsiteX4" fmla="*/ 274005 w 606795"/>
                <a:gd name="connsiteY4" fmla="*/ 264373 h 608697"/>
                <a:gd name="connsiteX5" fmla="*/ 203186 w 606795"/>
                <a:gd name="connsiteY5" fmla="*/ 335093 h 608697"/>
                <a:gd name="connsiteX6" fmla="*/ 273957 w 606795"/>
                <a:gd name="connsiteY6" fmla="*/ 405813 h 608697"/>
                <a:gd name="connsiteX7" fmla="*/ 344776 w 606795"/>
                <a:gd name="connsiteY7" fmla="*/ 335093 h 608697"/>
                <a:gd name="connsiteX8" fmla="*/ 344584 w 606795"/>
                <a:gd name="connsiteY8" fmla="*/ 329727 h 608697"/>
                <a:gd name="connsiteX9" fmla="*/ 395204 w 606795"/>
                <a:gd name="connsiteY9" fmla="*/ 279178 h 608697"/>
                <a:gd name="connsiteX10" fmla="*/ 396259 w 606795"/>
                <a:gd name="connsiteY10" fmla="*/ 278076 h 608697"/>
                <a:gd name="connsiteX11" fmla="*/ 408926 w 606795"/>
                <a:gd name="connsiteY11" fmla="*/ 335093 h 608697"/>
                <a:gd name="connsiteX12" fmla="*/ 274005 w 606795"/>
                <a:gd name="connsiteY12" fmla="*/ 469825 h 608697"/>
                <a:gd name="connsiteX13" fmla="*/ 139084 w 606795"/>
                <a:gd name="connsiteY13" fmla="*/ 334997 h 608697"/>
                <a:gd name="connsiteX14" fmla="*/ 274005 w 606795"/>
                <a:gd name="connsiteY14" fmla="*/ 200265 h 608697"/>
                <a:gd name="connsiteX15" fmla="*/ 273958 w 606795"/>
                <a:gd name="connsiteY15" fmla="*/ 61462 h 608697"/>
                <a:gd name="connsiteX16" fmla="*/ 399831 w 606795"/>
                <a:gd name="connsiteY16" fmla="*/ 91976 h 608697"/>
                <a:gd name="connsiteX17" fmla="*/ 399687 w 606795"/>
                <a:gd name="connsiteY17" fmla="*/ 101508 h 608697"/>
                <a:gd name="connsiteX18" fmla="*/ 402757 w 606795"/>
                <a:gd name="connsiteY18" fmla="*/ 141411 h 608697"/>
                <a:gd name="connsiteX19" fmla="*/ 380068 w 606795"/>
                <a:gd name="connsiteY19" fmla="*/ 164069 h 608697"/>
                <a:gd name="connsiteX20" fmla="*/ 274006 w 606795"/>
                <a:gd name="connsiteY20" fmla="*/ 133938 h 608697"/>
                <a:gd name="connsiteX21" fmla="*/ 72627 w 606795"/>
                <a:gd name="connsiteY21" fmla="*/ 335079 h 608697"/>
                <a:gd name="connsiteX22" fmla="*/ 274101 w 606795"/>
                <a:gd name="connsiteY22" fmla="*/ 536173 h 608697"/>
                <a:gd name="connsiteX23" fmla="*/ 475480 w 606795"/>
                <a:gd name="connsiteY23" fmla="*/ 335079 h 608697"/>
                <a:gd name="connsiteX24" fmla="*/ 445307 w 606795"/>
                <a:gd name="connsiteY24" fmla="*/ 229168 h 608697"/>
                <a:gd name="connsiteX25" fmla="*/ 470395 w 606795"/>
                <a:gd name="connsiteY25" fmla="*/ 204115 h 608697"/>
                <a:gd name="connsiteX26" fmla="*/ 505222 w 606795"/>
                <a:gd name="connsiteY26" fmla="*/ 206797 h 608697"/>
                <a:gd name="connsiteX27" fmla="*/ 509203 w 606795"/>
                <a:gd name="connsiteY27" fmla="*/ 206941 h 608697"/>
                <a:gd name="connsiteX28" fmla="*/ 515967 w 606795"/>
                <a:gd name="connsiteY28" fmla="*/ 206510 h 608697"/>
                <a:gd name="connsiteX29" fmla="*/ 548011 w 606795"/>
                <a:gd name="connsiteY29" fmla="*/ 335079 h 608697"/>
                <a:gd name="connsiteX30" fmla="*/ 274006 w 606795"/>
                <a:gd name="connsiteY30" fmla="*/ 608697 h 608697"/>
                <a:gd name="connsiteX31" fmla="*/ 0 w 606795"/>
                <a:gd name="connsiteY31" fmla="*/ 335079 h 608697"/>
                <a:gd name="connsiteX32" fmla="*/ 273958 w 606795"/>
                <a:gd name="connsiteY32" fmla="*/ 61462 h 608697"/>
                <a:gd name="connsiteX33" fmla="*/ 505808 w 606795"/>
                <a:gd name="connsiteY33" fmla="*/ 0 h 608697"/>
                <a:gd name="connsiteX34" fmla="*/ 512237 w 606795"/>
                <a:gd name="connsiteY34" fmla="*/ 5893 h 608697"/>
                <a:gd name="connsiteX35" fmla="*/ 516075 w 606795"/>
                <a:gd name="connsiteY35" fmla="*/ 55382 h 608697"/>
                <a:gd name="connsiteX36" fmla="*/ 534691 w 606795"/>
                <a:gd name="connsiteY36" fmla="*/ 36794 h 608697"/>
                <a:gd name="connsiteX37" fmla="*/ 548028 w 606795"/>
                <a:gd name="connsiteY37" fmla="*/ 31236 h 608697"/>
                <a:gd name="connsiteX38" fmla="*/ 561414 w 606795"/>
                <a:gd name="connsiteY38" fmla="*/ 36794 h 608697"/>
                <a:gd name="connsiteX39" fmla="*/ 572689 w 606795"/>
                <a:gd name="connsiteY39" fmla="*/ 48100 h 608697"/>
                <a:gd name="connsiteX40" fmla="*/ 572689 w 606795"/>
                <a:gd name="connsiteY40" fmla="*/ 74881 h 608697"/>
                <a:gd name="connsiteX41" fmla="*/ 556424 w 606795"/>
                <a:gd name="connsiteY41" fmla="*/ 91074 h 608697"/>
                <a:gd name="connsiteX42" fmla="*/ 600900 w 606795"/>
                <a:gd name="connsiteY42" fmla="*/ 94523 h 608697"/>
                <a:gd name="connsiteX43" fmla="*/ 604930 w 606795"/>
                <a:gd name="connsiteY43" fmla="*/ 105398 h 608697"/>
                <a:gd name="connsiteX44" fmla="*/ 531716 w 606795"/>
                <a:gd name="connsiteY44" fmla="*/ 178458 h 608697"/>
                <a:gd name="connsiteX45" fmla="*/ 509070 w 606795"/>
                <a:gd name="connsiteY45" fmla="*/ 187800 h 608697"/>
                <a:gd name="connsiteX46" fmla="*/ 506672 w 606795"/>
                <a:gd name="connsiteY46" fmla="*/ 187752 h 608697"/>
                <a:gd name="connsiteX47" fmla="*/ 504800 w 606795"/>
                <a:gd name="connsiteY47" fmla="*/ 187609 h 608697"/>
                <a:gd name="connsiteX48" fmla="*/ 462964 w 606795"/>
                <a:gd name="connsiteY48" fmla="*/ 184399 h 608697"/>
                <a:gd name="connsiteX49" fmla="*/ 434177 w 606795"/>
                <a:gd name="connsiteY49" fmla="*/ 213144 h 608697"/>
                <a:gd name="connsiteX50" fmla="*/ 386536 w 606795"/>
                <a:gd name="connsiteY50" fmla="*/ 260765 h 608697"/>
                <a:gd name="connsiteX51" fmla="*/ 385432 w 606795"/>
                <a:gd name="connsiteY51" fmla="*/ 261819 h 608697"/>
                <a:gd name="connsiteX52" fmla="*/ 339326 w 606795"/>
                <a:gd name="connsiteY52" fmla="*/ 307906 h 608697"/>
                <a:gd name="connsiteX53" fmla="*/ 319031 w 606795"/>
                <a:gd name="connsiteY53" fmla="*/ 328124 h 608697"/>
                <a:gd name="connsiteX54" fmla="*/ 308524 w 606795"/>
                <a:gd name="connsiteY54" fmla="*/ 332819 h 608697"/>
                <a:gd name="connsiteX55" fmla="*/ 291588 w 606795"/>
                <a:gd name="connsiteY55" fmla="*/ 333633 h 608697"/>
                <a:gd name="connsiteX56" fmla="*/ 290772 w 606795"/>
                <a:gd name="connsiteY56" fmla="*/ 333633 h 608697"/>
                <a:gd name="connsiteX57" fmla="*/ 274844 w 606795"/>
                <a:gd name="connsiteY57" fmla="*/ 316386 h 608697"/>
                <a:gd name="connsiteX58" fmla="*/ 276091 w 606795"/>
                <a:gd name="connsiteY58" fmla="*/ 300337 h 608697"/>
                <a:gd name="connsiteX59" fmla="*/ 280697 w 606795"/>
                <a:gd name="connsiteY59" fmla="*/ 290324 h 608697"/>
                <a:gd name="connsiteX60" fmla="*/ 301183 w 606795"/>
                <a:gd name="connsiteY60" fmla="*/ 269867 h 608697"/>
                <a:gd name="connsiteX61" fmla="*/ 347290 w 606795"/>
                <a:gd name="connsiteY61" fmla="*/ 223827 h 608697"/>
                <a:gd name="connsiteX62" fmla="*/ 348393 w 606795"/>
                <a:gd name="connsiteY62" fmla="*/ 222725 h 608697"/>
                <a:gd name="connsiteX63" fmla="*/ 396035 w 606795"/>
                <a:gd name="connsiteY63" fmla="*/ 175153 h 608697"/>
                <a:gd name="connsiteX64" fmla="*/ 422519 w 606795"/>
                <a:gd name="connsiteY64" fmla="*/ 148707 h 608697"/>
                <a:gd name="connsiteX65" fmla="*/ 419016 w 606795"/>
                <a:gd name="connsiteY65" fmla="*/ 102907 h 608697"/>
                <a:gd name="connsiteX66" fmla="*/ 418825 w 606795"/>
                <a:gd name="connsiteY66" fmla="*/ 100032 h 608697"/>
                <a:gd name="connsiteX67" fmla="*/ 428084 w 606795"/>
                <a:gd name="connsiteY67" fmla="*/ 74976 h 608697"/>
                <a:gd name="connsiteX68" fmla="*/ 501346 w 606795"/>
                <a:gd name="connsiteY68" fmla="*/ 1868 h 608697"/>
                <a:gd name="connsiteX69" fmla="*/ 505808 w 606795"/>
                <a:gd name="connsiteY69" fmla="*/ 0 h 6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606795" h="608697">
                  <a:moveTo>
                    <a:pt x="274005" y="200265"/>
                  </a:moveTo>
                  <a:cubicBezTo>
                    <a:pt x="294445" y="200265"/>
                    <a:pt x="313733" y="204817"/>
                    <a:pt x="331102" y="212914"/>
                  </a:cubicBezTo>
                  <a:lnTo>
                    <a:pt x="329998" y="214016"/>
                  </a:lnTo>
                  <a:lnTo>
                    <a:pt x="279379" y="264565"/>
                  </a:lnTo>
                  <a:cubicBezTo>
                    <a:pt x="277604" y="264421"/>
                    <a:pt x="275828" y="264373"/>
                    <a:pt x="274005" y="264373"/>
                  </a:cubicBezTo>
                  <a:cubicBezTo>
                    <a:pt x="234949" y="264373"/>
                    <a:pt x="203186" y="296044"/>
                    <a:pt x="203186" y="335093"/>
                  </a:cubicBezTo>
                  <a:cubicBezTo>
                    <a:pt x="203186" y="374094"/>
                    <a:pt x="234805" y="405813"/>
                    <a:pt x="273957" y="405813"/>
                  </a:cubicBezTo>
                  <a:cubicBezTo>
                    <a:pt x="313109" y="405813"/>
                    <a:pt x="344776" y="374094"/>
                    <a:pt x="344776" y="335093"/>
                  </a:cubicBezTo>
                  <a:cubicBezTo>
                    <a:pt x="344776" y="333272"/>
                    <a:pt x="344728" y="331499"/>
                    <a:pt x="344584" y="329727"/>
                  </a:cubicBezTo>
                  <a:lnTo>
                    <a:pt x="395204" y="279178"/>
                  </a:lnTo>
                  <a:lnTo>
                    <a:pt x="396259" y="278076"/>
                  </a:lnTo>
                  <a:cubicBezTo>
                    <a:pt x="404368" y="295421"/>
                    <a:pt x="408926" y="314682"/>
                    <a:pt x="408926" y="335093"/>
                  </a:cubicBezTo>
                  <a:cubicBezTo>
                    <a:pt x="408926" y="409502"/>
                    <a:pt x="348567" y="469825"/>
                    <a:pt x="274005" y="469825"/>
                  </a:cubicBezTo>
                  <a:cubicBezTo>
                    <a:pt x="199491" y="469825"/>
                    <a:pt x="139084" y="409454"/>
                    <a:pt x="139084" y="334997"/>
                  </a:cubicBezTo>
                  <a:cubicBezTo>
                    <a:pt x="139084" y="260588"/>
                    <a:pt x="199491" y="200265"/>
                    <a:pt x="274005" y="200265"/>
                  </a:cubicBezTo>
                  <a:close/>
                  <a:moveTo>
                    <a:pt x="273958" y="61462"/>
                  </a:moveTo>
                  <a:cubicBezTo>
                    <a:pt x="319385" y="61462"/>
                    <a:pt x="362127" y="72480"/>
                    <a:pt x="399831" y="91976"/>
                  </a:cubicBezTo>
                  <a:cubicBezTo>
                    <a:pt x="399495" y="95089"/>
                    <a:pt x="399447" y="98299"/>
                    <a:pt x="399687" y="101508"/>
                  </a:cubicBezTo>
                  <a:lnTo>
                    <a:pt x="402757" y="141411"/>
                  </a:lnTo>
                  <a:lnTo>
                    <a:pt x="380068" y="164069"/>
                  </a:lnTo>
                  <a:cubicBezTo>
                    <a:pt x="349319" y="145003"/>
                    <a:pt x="312957" y="133938"/>
                    <a:pt x="274006" y="133938"/>
                  </a:cubicBezTo>
                  <a:cubicBezTo>
                    <a:pt x="162811" y="133938"/>
                    <a:pt x="72627" y="223994"/>
                    <a:pt x="72627" y="335079"/>
                  </a:cubicBezTo>
                  <a:cubicBezTo>
                    <a:pt x="72627" y="446117"/>
                    <a:pt x="162859" y="536173"/>
                    <a:pt x="274101" y="536173"/>
                  </a:cubicBezTo>
                  <a:cubicBezTo>
                    <a:pt x="385296" y="536173"/>
                    <a:pt x="475480" y="446117"/>
                    <a:pt x="475480" y="335079"/>
                  </a:cubicBezTo>
                  <a:cubicBezTo>
                    <a:pt x="475480" y="296231"/>
                    <a:pt x="464447" y="259969"/>
                    <a:pt x="445307" y="229168"/>
                  </a:cubicBezTo>
                  <a:lnTo>
                    <a:pt x="470395" y="204115"/>
                  </a:lnTo>
                  <a:lnTo>
                    <a:pt x="505222" y="206797"/>
                  </a:lnTo>
                  <a:cubicBezTo>
                    <a:pt x="506565" y="206893"/>
                    <a:pt x="507908" y="206941"/>
                    <a:pt x="509203" y="206941"/>
                  </a:cubicBezTo>
                  <a:cubicBezTo>
                    <a:pt x="511458" y="206941"/>
                    <a:pt x="513760" y="206797"/>
                    <a:pt x="515967" y="206510"/>
                  </a:cubicBezTo>
                  <a:cubicBezTo>
                    <a:pt x="536450" y="244832"/>
                    <a:pt x="548011" y="288566"/>
                    <a:pt x="548011" y="335079"/>
                  </a:cubicBezTo>
                  <a:cubicBezTo>
                    <a:pt x="548011" y="486163"/>
                    <a:pt x="425351" y="608697"/>
                    <a:pt x="274006" y="608697"/>
                  </a:cubicBezTo>
                  <a:cubicBezTo>
                    <a:pt x="122708" y="608697"/>
                    <a:pt x="0" y="486163"/>
                    <a:pt x="0" y="335079"/>
                  </a:cubicBezTo>
                  <a:cubicBezTo>
                    <a:pt x="0" y="183948"/>
                    <a:pt x="122708" y="61462"/>
                    <a:pt x="273958" y="61462"/>
                  </a:cubicBezTo>
                  <a:close/>
                  <a:moveTo>
                    <a:pt x="505808" y="0"/>
                  </a:moveTo>
                  <a:cubicBezTo>
                    <a:pt x="508927" y="0"/>
                    <a:pt x="511949" y="2252"/>
                    <a:pt x="512237" y="5893"/>
                  </a:cubicBezTo>
                  <a:lnTo>
                    <a:pt x="516075" y="55382"/>
                  </a:lnTo>
                  <a:lnTo>
                    <a:pt x="534691" y="36794"/>
                  </a:lnTo>
                  <a:cubicBezTo>
                    <a:pt x="538337" y="33105"/>
                    <a:pt x="543231" y="31236"/>
                    <a:pt x="548028" y="31236"/>
                  </a:cubicBezTo>
                  <a:cubicBezTo>
                    <a:pt x="552826" y="31236"/>
                    <a:pt x="557720" y="33105"/>
                    <a:pt x="561414" y="36794"/>
                  </a:cubicBezTo>
                  <a:lnTo>
                    <a:pt x="572689" y="48100"/>
                  </a:lnTo>
                  <a:cubicBezTo>
                    <a:pt x="580077" y="55526"/>
                    <a:pt x="580077" y="67455"/>
                    <a:pt x="572689" y="74881"/>
                  </a:cubicBezTo>
                  <a:lnTo>
                    <a:pt x="556424" y="91074"/>
                  </a:lnTo>
                  <a:lnTo>
                    <a:pt x="600900" y="94523"/>
                  </a:lnTo>
                  <a:cubicBezTo>
                    <a:pt x="606321" y="94906"/>
                    <a:pt x="608768" y="101565"/>
                    <a:pt x="604930" y="105398"/>
                  </a:cubicBezTo>
                  <a:lnTo>
                    <a:pt x="531716" y="178458"/>
                  </a:lnTo>
                  <a:cubicBezTo>
                    <a:pt x="525671" y="184495"/>
                    <a:pt x="517515" y="187800"/>
                    <a:pt x="509070" y="187800"/>
                  </a:cubicBezTo>
                  <a:cubicBezTo>
                    <a:pt x="508303" y="187800"/>
                    <a:pt x="507487" y="187800"/>
                    <a:pt x="506672" y="187752"/>
                  </a:cubicBezTo>
                  <a:lnTo>
                    <a:pt x="504800" y="187609"/>
                  </a:lnTo>
                  <a:lnTo>
                    <a:pt x="462964" y="184399"/>
                  </a:lnTo>
                  <a:lnTo>
                    <a:pt x="434177" y="213144"/>
                  </a:lnTo>
                  <a:lnTo>
                    <a:pt x="386536" y="260765"/>
                  </a:lnTo>
                  <a:lnTo>
                    <a:pt x="385432" y="261819"/>
                  </a:lnTo>
                  <a:lnTo>
                    <a:pt x="339326" y="307906"/>
                  </a:lnTo>
                  <a:lnTo>
                    <a:pt x="319031" y="328124"/>
                  </a:lnTo>
                  <a:cubicBezTo>
                    <a:pt x="316296" y="330950"/>
                    <a:pt x="312506" y="332627"/>
                    <a:pt x="308524" y="332819"/>
                  </a:cubicBezTo>
                  <a:lnTo>
                    <a:pt x="291588" y="333633"/>
                  </a:lnTo>
                  <a:lnTo>
                    <a:pt x="290772" y="333633"/>
                  </a:lnTo>
                  <a:cubicBezTo>
                    <a:pt x="281465" y="333633"/>
                    <a:pt x="274076" y="325728"/>
                    <a:pt x="274844" y="316386"/>
                  </a:cubicBezTo>
                  <a:lnTo>
                    <a:pt x="276091" y="300337"/>
                  </a:lnTo>
                  <a:cubicBezTo>
                    <a:pt x="276379" y="296600"/>
                    <a:pt x="278010" y="293007"/>
                    <a:pt x="280697" y="290324"/>
                  </a:cubicBezTo>
                  <a:lnTo>
                    <a:pt x="301183" y="269867"/>
                  </a:lnTo>
                  <a:lnTo>
                    <a:pt x="347290" y="223827"/>
                  </a:lnTo>
                  <a:lnTo>
                    <a:pt x="348393" y="222725"/>
                  </a:lnTo>
                  <a:lnTo>
                    <a:pt x="396035" y="175153"/>
                  </a:lnTo>
                  <a:lnTo>
                    <a:pt x="422519" y="148707"/>
                  </a:lnTo>
                  <a:lnTo>
                    <a:pt x="419016" y="102907"/>
                  </a:lnTo>
                  <a:lnTo>
                    <a:pt x="418825" y="100032"/>
                  </a:lnTo>
                  <a:cubicBezTo>
                    <a:pt x="418105" y="90690"/>
                    <a:pt x="421511" y="81588"/>
                    <a:pt x="428084" y="74976"/>
                  </a:cubicBezTo>
                  <a:lnTo>
                    <a:pt x="501346" y="1868"/>
                  </a:lnTo>
                  <a:cubicBezTo>
                    <a:pt x="502641" y="575"/>
                    <a:pt x="504225" y="0"/>
                    <a:pt x="50580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文本框 10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8318108" y="1378134"/>
            <a:ext cx="23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重要意义一</a:t>
            </a:r>
            <a:endParaRPr lang="zh-CN" altLang="en-US" sz="2400" spc="120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12" name="Group 13"/>
          <p:cNvGrpSpPr/>
          <p:nvPr/>
        </p:nvGrpSpPr>
        <p:grpSpPr>
          <a:xfrm>
            <a:off x="7380514" y="2385108"/>
            <a:ext cx="899886" cy="899886"/>
            <a:chOff x="6879772" y="853442"/>
            <a:chExt cx="899886" cy="899886"/>
          </a:xfrm>
        </p:grpSpPr>
        <p:sp>
          <p:nvSpPr>
            <p:cNvPr id="13" name="椭圆 12"/>
            <p:cNvSpPr/>
            <p:nvPr/>
          </p:nvSpPr>
          <p:spPr>
            <a:xfrm>
              <a:off x="6879772" y="853442"/>
              <a:ext cx="899886" cy="89988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4" name="target_60481"/>
            <p:cNvSpPr>
              <a:spLocks noChangeAspect="1"/>
            </p:cNvSpPr>
            <p:nvPr/>
          </p:nvSpPr>
          <p:spPr bwMode="auto">
            <a:xfrm>
              <a:off x="7083053" y="1025134"/>
              <a:ext cx="531032" cy="527473"/>
            </a:xfrm>
            <a:custGeom>
              <a:avLst/>
              <a:gdLst>
                <a:gd name="T0" fmla="*/ 526 w 551"/>
                <a:gd name="T1" fmla="*/ 466 h 548"/>
                <a:gd name="T2" fmla="*/ 448 w 551"/>
                <a:gd name="T3" fmla="*/ 388 h 548"/>
                <a:gd name="T4" fmla="*/ 435 w 551"/>
                <a:gd name="T5" fmla="*/ 303 h 548"/>
                <a:gd name="T6" fmla="*/ 449 w 551"/>
                <a:gd name="T7" fmla="*/ 224 h 548"/>
                <a:gd name="T8" fmla="*/ 383 w 551"/>
                <a:gd name="T9" fmla="*/ 65 h 548"/>
                <a:gd name="T10" fmla="*/ 224 w 551"/>
                <a:gd name="T11" fmla="*/ 0 h 548"/>
                <a:gd name="T12" fmla="*/ 66 w 551"/>
                <a:gd name="T13" fmla="*/ 65 h 548"/>
                <a:gd name="T14" fmla="*/ 0 w 551"/>
                <a:gd name="T15" fmla="*/ 224 h 548"/>
                <a:gd name="T16" fmla="*/ 66 w 551"/>
                <a:gd name="T17" fmla="*/ 383 h 548"/>
                <a:gd name="T18" fmla="*/ 224 w 551"/>
                <a:gd name="T19" fmla="*/ 448 h 548"/>
                <a:gd name="T20" fmla="*/ 307 w 551"/>
                <a:gd name="T21" fmla="*/ 433 h 548"/>
                <a:gd name="T22" fmla="*/ 392 w 551"/>
                <a:gd name="T23" fmla="*/ 445 h 548"/>
                <a:gd name="T24" fmla="*/ 470 w 551"/>
                <a:gd name="T25" fmla="*/ 523 h 548"/>
                <a:gd name="T26" fmla="*/ 536 w 551"/>
                <a:gd name="T27" fmla="*/ 532 h 548"/>
                <a:gd name="T28" fmla="*/ 526 w 551"/>
                <a:gd name="T29" fmla="*/ 466 h 548"/>
                <a:gd name="T30" fmla="*/ 224 w 551"/>
                <a:gd name="T31" fmla="*/ 368 h 548"/>
                <a:gd name="T32" fmla="*/ 122 w 551"/>
                <a:gd name="T33" fmla="*/ 326 h 548"/>
                <a:gd name="T34" fmla="*/ 80 w 551"/>
                <a:gd name="T35" fmla="*/ 224 h 548"/>
                <a:gd name="T36" fmla="*/ 122 w 551"/>
                <a:gd name="T37" fmla="*/ 122 h 548"/>
                <a:gd name="T38" fmla="*/ 224 w 551"/>
                <a:gd name="T39" fmla="*/ 80 h 548"/>
                <a:gd name="T40" fmla="*/ 327 w 551"/>
                <a:gd name="T41" fmla="*/ 122 h 548"/>
                <a:gd name="T42" fmla="*/ 369 w 551"/>
                <a:gd name="T43" fmla="*/ 224 h 548"/>
                <a:gd name="T44" fmla="*/ 327 w 551"/>
                <a:gd name="T45" fmla="*/ 326 h 548"/>
                <a:gd name="T46" fmla="*/ 224 w 551"/>
                <a:gd name="T47" fmla="*/ 368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1" h="548">
                  <a:moveTo>
                    <a:pt x="526" y="466"/>
                  </a:moveTo>
                  <a:lnTo>
                    <a:pt x="448" y="388"/>
                  </a:lnTo>
                  <a:cubicBezTo>
                    <a:pt x="427" y="367"/>
                    <a:pt x="424" y="330"/>
                    <a:pt x="435" y="303"/>
                  </a:cubicBezTo>
                  <a:cubicBezTo>
                    <a:pt x="444" y="278"/>
                    <a:pt x="449" y="251"/>
                    <a:pt x="449" y="224"/>
                  </a:cubicBezTo>
                  <a:cubicBezTo>
                    <a:pt x="449" y="164"/>
                    <a:pt x="426" y="108"/>
                    <a:pt x="383" y="65"/>
                  </a:cubicBezTo>
                  <a:cubicBezTo>
                    <a:pt x="341" y="23"/>
                    <a:pt x="284" y="0"/>
                    <a:pt x="224" y="0"/>
                  </a:cubicBezTo>
                  <a:cubicBezTo>
                    <a:pt x="164" y="0"/>
                    <a:pt x="108" y="23"/>
                    <a:pt x="66" y="65"/>
                  </a:cubicBezTo>
                  <a:cubicBezTo>
                    <a:pt x="23" y="108"/>
                    <a:pt x="0" y="164"/>
                    <a:pt x="0" y="224"/>
                  </a:cubicBezTo>
                  <a:cubicBezTo>
                    <a:pt x="0" y="284"/>
                    <a:pt x="23" y="340"/>
                    <a:pt x="66" y="383"/>
                  </a:cubicBezTo>
                  <a:cubicBezTo>
                    <a:pt x="108" y="425"/>
                    <a:pt x="164" y="448"/>
                    <a:pt x="224" y="448"/>
                  </a:cubicBezTo>
                  <a:cubicBezTo>
                    <a:pt x="253" y="448"/>
                    <a:pt x="281" y="443"/>
                    <a:pt x="307" y="433"/>
                  </a:cubicBezTo>
                  <a:cubicBezTo>
                    <a:pt x="335" y="422"/>
                    <a:pt x="371" y="424"/>
                    <a:pt x="392" y="445"/>
                  </a:cubicBezTo>
                  <a:lnTo>
                    <a:pt x="470" y="523"/>
                  </a:lnTo>
                  <a:cubicBezTo>
                    <a:pt x="490" y="543"/>
                    <a:pt x="520" y="548"/>
                    <a:pt x="536" y="532"/>
                  </a:cubicBezTo>
                  <a:cubicBezTo>
                    <a:pt x="551" y="516"/>
                    <a:pt x="547" y="487"/>
                    <a:pt x="526" y="466"/>
                  </a:cubicBezTo>
                  <a:close/>
                  <a:moveTo>
                    <a:pt x="224" y="368"/>
                  </a:moveTo>
                  <a:cubicBezTo>
                    <a:pt x="186" y="368"/>
                    <a:pt x="150" y="353"/>
                    <a:pt x="122" y="326"/>
                  </a:cubicBezTo>
                  <a:cubicBezTo>
                    <a:pt x="95" y="299"/>
                    <a:pt x="80" y="263"/>
                    <a:pt x="80" y="224"/>
                  </a:cubicBezTo>
                  <a:cubicBezTo>
                    <a:pt x="80" y="185"/>
                    <a:pt x="95" y="149"/>
                    <a:pt x="122" y="122"/>
                  </a:cubicBezTo>
                  <a:cubicBezTo>
                    <a:pt x="150" y="95"/>
                    <a:pt x="186" y="80"/>
                    <a:pt x="224" y="80"/>
                  </a:cubicBezTo>
                  <a:cubicBezTo>
                    <a:pt x="263" y="80"/>
                    <a:pt x="299" y="95"/>
                    <a:pt x="327" y="122"/>
                  </a:cubicBezTo>
                  <a:cubicBezTo>
                    <a:pt x="354" y="149"/>
                    <a:pt x="369" y="185"/>
                    <a:pt x="369" y="224"/>
                  </a:cubicBezTo>
                  <a:cubicBezTo>
                    <a:pt x="369" y="263"/>
                    <a:pt x="354" y="299"/>
                    <a:pt x="327" y="326"/>
                  </a:cubicBezTo>
                  <a:cubicBezTo>
                    <a:pt x="299" y="353"/>
                    <a:pt x="263" y="368"/>
                    <a:pt x="224" y="3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文本框 14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8318108" y="2604218"/>
            <a:ext cx="23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重要意义二</a:t>
            </a:r>
            <a:endParaRPr lang="zh-CN" altLang="en-US" sz="2400" spc="120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16" name="Group 17"/>
          <p:cNvGrpSpPr/>
          <p:nvPr/>
        </p:nvGrpSpPr>
        <p:grpSpPr>
          <a:xfrm>
            <a:off x="7380514" y="3611192"/>
            <a:ext cx="899886" cy="899886"/>
            <a:chOff x="6879772" y="853442"/>
            <a:chExt cx="899886" cy="899886"/>
          </a:xfrm>
        </p:grpSpPr>
        <p:sp>
          <p:nvSpPr>
            <p:cNvPr id="17" name="椭圆 16"/>
            <p:cNvSpPr/>
            <p:nvPr/>
          </p:nvSpPr>
          <p:spPr>
            <a:xfrm>
              <a:off x="6879772" y="853442"/>
              <a:ext cx="899886" cy="89988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8" name="target_60481"/>
            <p:cNvSpPr>
              <a:spLocks noChangeAspect="1"/>
            </p:cNvSpPr>
            <p:nvPr/>
          </p:nvSpPr>
          <p:spPr bwMode="auto">
            <a:xfrm>
              <a:off x="7090482" y="1023355"/>
              <a:ext cx="516173" cy="531032"/>
            </a:xfrm>
            <a:custGeom>
              <a:avLst/>
              <a:gdLst>
                <a:gd name="T0" fmla="*/ 2672 w 2712"/>
                <a:gd name="T1" fmla="*/ 689 h 2794"/>
                <a:gd name="T2" fmla="*/ 1960 w 2712"/>
                <a:gd name="T3" fmla="*/ 35 h 2794"/>
                <a:gd name="T4" fmla="*/ 1829 w 2712"/>
                <a:gd name="T5" fmla="*/ 39 h 2794"/>
                <a:gd name="T6" fmla="*/ 1807 w 2712"/>
                <a:gd name="T7" fmla="*/ 63 h 2794"/>
                <a:gd name="T8" fmla="*/ 1812 w 2712"/>
                <a:gd name="T9" fmla="*/ 195 h 2794"/>
                <a:gd name="T10" fmla="*/ 1827 w 2712"/>
                <a:gd name="T11" fmla="*/ 209 h 2794"/>
                <a:gd name="T12" fmla="*/ 115 w 2712"/>
                <a:gd name="T13" fmla="*/ 2029 h 2794"/>
                <a:gd name="T14" fmla="*/ 4 w 2712"/>
                <a:gd name="T15" fmla="*/ 2322 h 2794"/>
                <a:gd name="T16" fmla="*/ 135 w 2712"/>
                <a:gd name="T17" fmla="*/ 2607 h 2794"/>
                <a:gd name="T18" fmla="*/ 222 w 2712"/>
                <a:gd name="T19" fmla="*/ 2686 h 2794"/>
                <a:gd name="T20" fmla="*/ 497 w 2712"/>
                <a:gd name="T21" fmla="*/ 2794 h 2794"/>
                <a:gd name="T22" fmla="*/ 793 w 2712"/>
                <a:gd name="T23" fmla="*/ 2666 h 2794"/>
                <a:gd name="T24" fmla="*/ 2512 w 2712"/>
                <a:gd name="T25" fmla="*/ 840 h 2794"/>
                <a:gd name="T26" fmla="*/ 2523 w 2712"/>
                <a:gd name="T27" fmla="*/ 850 h 2794"/>
                <a:gd name="T28" fmla="*/ 2654 w 2712"/>
                <a:gd name="T29" fmla="*/ 845 h 2794"/>
                <a:gd name="T30" fmla="*/ 2676 w 2712"/>
                <a:gd name="T31" fmla="*/ 822 h 2794"/>
                <a:gd name="T32" fmla="*/ 2672 w 2712"/>
                <a:gd name="T33" fmla="*/ 689 h 2794"/>
                <a:gd name="T34" fmla="*/ 1652 w 2712"/>
                <a:gd name="T35" fmla="*/ 1559 h 2794"/>
                <a:gd name="T36" fmla="*/ 1023 w 2712"/>
                <a:gd name="T37" fmla="*/ 1259 h 2794"/>
                <a:gd name="T38" fmla="*/ 1901 w 2712"/>
                <a:gd name="T39" fmla="*/ 325 h 2794"/>
                <a:gd name="T40" fmla="*/ 2390 w 2712"/>
                <a:gd name="T41" fmla="*/ 775 h 2794"/>
                <a:gd name="T42" fmla="*/ 1652 w 2712"/>
                <a:gd name="T43" fmla="*/ 1559 h 2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12" h="2794">
                  <a:moveTo>
                    <a:pt x="2672" y="689"/>
                  </a:moveTo>
                  <a:lnTo>
                    <a:pt x="1960" y="35"/>
                  </a:lnTo>
                  <a:cubicBezTo>
                    <a:pt x="1923" y="0"/>
                    <a:pt x="1864" y="2"/>
                    <a:pt x="1829" y="39"/>
                  </a:cubicBezTo>
                  <a:lnTo>
                    <a:pt x="1807" y="63"/>
                  </a:lnTo>
                  <a:cubicBezTo>
                    <a:pt x="1771" y="101"/>
                    <a:pt x="1774" y="160"/>
                    <a:pt x="1812" y="195"/>
                  </a:cubicBezTo>
                  <a:lnTo>
                    <a:pt x="1827" y="209"/>
                  </a:lnTo>
                  <a:lnTo>
                    <a:pt x="115" y="2029"/>
                  </a:lnTo>
                  <a:cubicBezTo>
                    <a:pt x="39" y="2109"/>
                    <a:pt x="0" y="2213"/>
                    <a:pt x="4" y="2322"/>
                  </a:cubicBezTo>
                  <a:cubicBezTo>
                    <a:pt x="8" y="2432"/>
                    <a:pt x="55" y="2533"/>
                    <a:pt x="135" y="2607"/>
                  </a:cubicBezTo>
                  <a:lnTo>
                    <a:pt x="222" y="2686"/>
                  </a:lnTo>
                  <a:cubicBezTo>
                    <a:pt x="297" y="2756"/>
                    <a:pt x="395" y="2794"/>
                    <a:pt x="497" y="2794"/>
                  </a:cubicBezTo>
                  <a:cubicBezTo>
                    <a:pt x="609" y="2794"/>
                    <a:pt x="717" y="2747"/>
                    <a:pt x="793" y="2666"/>
                  </a:cubicBezTo>
                  <a:lnTo>
                    <a:pt x="2512" y="840"/>
                  </a:lnTo>
                  <a:lnTo>
                    <a:pt x="2523" y="850"/>
                  </a:lnTo>
                  <a:cubicBezTo>
                    <a:pt x="2561" y="884"/>
                    <a:pt x="2619" y="882"/>
                    <a:pt x="2654" y="845"/>
                  </a:cubicBezTo>
                  <a:lnTo>
                    <a:pt x="2676" y="822"/>
                  </a:lnTo>
                  <a:cubicBezTo>
                    <a:pt x="2712" y="784"/>
                    <a:pt x="2710" y="724"/>
                    <a:pt x="2672" y="689"/>
                  </a:cubicBezTo>
                  <a:close/>
                  <a:moveTo>
                    <a:pt x="1652" y="1559"/>
                  </a:moveTo>
                  <a:lnTo>
                    <a:pt x="1023" y="1259"/>
                  </a:lnTo>
                  <a:lnTo>
                    <a:pt x="1901" y="325"/>
                  </a:lnTo>
                  <a:lnTo>
                    <a:pt x="2390" y="775"/>
                  </a:lnTo>
                  <a:lnTo>
                    <a:pt x="1652" y="15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文本框 18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8318108" y="3830302"/>
            <a:ext cx="23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重要意义三</a:t>
            </a:r>
            <a:endParaRPr lang="zh-CN" altLang="en-US" sz="2400" spc="120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20" name="Group 21"/>
          <p:cNvGrpSpPr/>
          <p:nvPr/>
        </p:nvGrpSpPr>
        <p:grpSpPr>
          <a:xfrm>
            <a:off x="7380514" y="4837276"/>
            <a:ext cx="899886" cy="899886"/>
            <a:chOff x="6879772" y="853442"/>
            <a:chExt cx="899886" cy="899886"/>
          </a:xfrm>
        </p:grpSpPr>
        <p:sp>
          <p:nvSpPr>
            <p:cNvPr id="21" name="椭圆 20"/>
            <p:cNvSpPr/>
            <p:nvPr/>
          </p:nvSpPr>
          <p:spPr>
            <a:xfrm>
              <a:off x="6879772" y="853442"/>
              <a:ext cx="899886" cy="89988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2" name="target_60481"/>
            <p:cNvSpPr>
              <a:spLocks noChangeAspect="1"/>
            </p:cNvSpPr>
            <p:nvPr/>
          </p:nvSpPr>
          <p:spPr bwMode="auto">
            <a:xfrm>
              <a:off x="7098108" y="1023355"/>
              <a:ext cx="500920" cy="531032"/>
            </a:xfrm>
            <a:custGeom>
              <a:avLst/>
              <a:gdLst>
                <a:gd name="connsiteX0" fmla="*/ 163934 w 574049"/>
                <a:gd name="connsiteY0" fmla="*/ 419229 h 608556"/>
                <a:gd name="connsiteX1" fmla="*/ 243204 w 574049"/>
                <a:gd name="connsiteY1" fmla="*/ 456825 h 608556"/>
                <a:gd name="connsiteX2" fmla="*/ 322474 w 574049"/>
                <a:gd name="connsiteY2" fmla="*/ 419229 h 608556"/>
                <a:gd name="connsiteX3" fmla="*/ 465217 w 574049"/>
                <a:gd name="connsiteY3" fmla="*/ 530768 h 608556"/>
                <a:gd name="connsiteX4" fmla="*/ 476968 w 574049"/>
                <a:gd name="connsiteY4" fmla="*/ 565383 h 608556"/>
                <a:gd name="connsiteX5" fmla="*/ 472634 w 574049"/>
                <a:gd name="connsiteY5" fmla="*/ 594902 h 608556"/>
                <a:gd name="connsiteX6" fmla="*/ 446050 w 574049"/>
                <a:gd name="connsiteY6" fmla="*/ 608556 h 608556"/>
                <a:gd name="connsiteX7" fmla="*/ 40358 w 574049"/>
                <a:gd name="connsiteY7" fmla="*/ 608556 h 608556"/>
                <a:gd name="connsiteX8" fmla="*/ 13871 w 574049"/>
                <a:gd name="connsiteY8" fmla="*/ 594902 h 608556"/>
                <a:gd name="connsiteX9" fmla="*/ 9440 w 574049"/>
                <a:gd name="connsiteY9" fmla="*/ 565383 h 608556"/>
                <a:gd name="connsiteX10" fmla="*/ 21191 w 574049"/>
                <a:gd name="connsiteY10" fmla="*/ 530768 h 608556"/>
                <a:gd name="connsiteX11" fmla="*/ 163934 w 574049"/>
                <a:gd name="connsiteY11" fmla="*/ 419229 h 608556"/>
                <a:gd name="connsiteX12" fmla="*/ 406631 w 574049"/>
                <a:gd name="connsiteY12" fmla="*/ 313875 h 608556"/>
                <a:gd name="connsiteX13" fmla="*/ 472435 w 574049"/>
                <a:gd name="connsiteY13" fmla="*/ 379473 h 608556"/>
                <a:gd name="connsiteX14" fmla="*/ 438040 w 574049"/>
                <a:gd name="connsiteY14" fmla="*/ 436800 h 608556"/>
                <a:gd name="connsiteX15" fmla="*/ 344006 w 574049"/>
                <a:gd name="connsiteY15" fmla="*/ 390920 h 608556"/>
                <a:gd name="connsiteX16" fmla="*/ 371946 w 574049"/>
                <a:gd name="connsiteY16" fmla="*/ 323974 h 608556"/>
                <a:gd name="connsiteX17" fmla="*/ 406631 w 574049"/>
                <a:gd name="connsiteY17" fmla="*/ 313875 h 608556"/>
                <a:gd name="connsiteX18" fmla="*/ 381817 w 574049"/>
                <a:gd name="connsiteY18" fmla="*/ 212472 h 608556"/>
                <a:gd name="connsiteX19" fmla="*/ 431512 w 574049"/>
                <a:gd name="connsiteY19" fmla="*/ 212472 h 608556"/>
                <a:gd name="connsiteX20" fmla="*/ 445284 w 574049"/>
                <a:gd name="connsiteY20" fmla="*/ 226127 h 608556"/>
                <a:gd name="connsiteX21" fmla="*/ 445284 w 574049"/>
                <a:gd name="connsiteY21" fmla="*/ 254301 h 608556"/>
                <a:gd name="connsiteX22" fmla="*/ 468013 w 574049"/>
                <a:gd name="connsiteY22" fmla="*/ 263725 h 608556"/>
                <a:gd name="connsiteX23" fmla="*/ 488045 w 574049"/>
                <a:gd name="connsiteY23" fmla="*/ 243820 h 608556"/>
                <a:gd name="connsiteX24" fmla="*/ 497773 w 574049"/>
                <a:gd name="connsiteY24" fmla="*/ 239781 h 608556"/>
                <a:gd name="connsiteX25" fmla="*/ 507403 w 574049"/>
                <a:gd name="connsiteY25" fmla="*/ 243820 h 608556"/>
                <a:gd name="connsiteX26" fmla="*/ 542556 w 574049"/>
                <a:gd name="connsiteY26" fmla="*/ 278918 h 608556"/>
                <a:gd name="connsiteX27" fmla="*/ 546601 w 574049"/>
                <a:gd name="connsiteY27" fmla="*/ 288630 h 608556"/>
                <a:gd name="connsiteX28" fmla="*/ 542556 w 574049"/>
                <a:gd name="connsiteY28" fmla="*/ 298246 h 608556"/>
                <a:gd name="connsiteX29" fmla="*/ 522620 w 574049"/>
                <a:gd name="connsiteY29" fmla="*/ 318247 h 608556"/>
                <a:gd name="connsiteX30" fmla="*/ 532155 w 574049"/>
                <a:gd name="connsiteY30" fmla="*/ 340941 h 608556"/>
                <a:gd name="connsiteX31" fmla="*/ 560277 w 574049"/>
                <a:gd name="connsiteY31" fmla="*/ 340941 h 608556"/>
                <a:gd name="connsiteX32" fmla="*/ 574049 w 574049"/>
                <a:gd name="connsiteY32" fmla="*/ 354692 h 608556"/>
                <a:gd name="connsiteX33" fmla="*/ 574049 w 574049"/>
                <a:gd name="connsiteY33" fmla="*/ 404310 h 608556"/>
                <a:gd name="connsiteX34" fmla="*/ 570004 w 574049"/>
                <a:gd name="connsiteY34" fmla="*/ 414022 h 608556"/>
                <a:gd name="connsiteX35" fmla="*/ 560277 w 574049"/>
                <a:gd name="connsiteY35" fmla="*/ 418060 h 608556"/>
                <a:gd name="connsiteX36" fmla="*/ 532155 w 574049"/>
                <a:gd name="connsiteY36" fmla="*/ 418060 h 608556"/>
                <a:gd name="connsiteX37" fmla="*/ 522620 w 574049"/>
                <a:gd name="connsiteY37" fmla="*/ 440754 h 608556"/>
                <a:gd name="connsiteX38" fmla="*/ 542652 w 574049"/>
                <a:gd name="connsiteY38" fmla="*/ 460755 h 608556"/>
                <a:gd name="connsiteX39" fmla="*/ 546601 w 574049"/>
                <a:gd name="connsiteY39" fmla="*/ 470371 h 608556"/>
                <a:gd name="connsiteX40" fmla="*/ 542652 w 574049"/>
                <a:gd name="connsiteY40" fmla="*/ 480083 h 608556"/>
                <a:gd name="connsiteX41" fmla="*/ 507500 w 574049"/>
                <a:gd name="connsiteY41" fmla="*/ 515181 h 608556"/>
                <a:gd name="connsiteX42" fmla="*/ 497773 w 574049"/>
                <a:gd name="connsiteY42" fmla="*/ 519220 h 608556"/>
                <a:gd name="connsiteX43" fmla="*/ 493246 w 574049"/>
                <a:gd name="connsiteY43" fmla="*/ 518355 h 608556"/>
                <a:gd name="connsiteX44" fmla="*/ 453182 w 574049"/>
                <a:gd name="connsiteY44" fmla="*/ 451716 h 608556"/>
                <a:gd name="connsiteX45" fmla="*/ 492861 w 574049"/>
                <a:gd name="connsiteY45" fmla="*/ 379501 h 608556"/>
                <a:gd name="connsiteX46" fmla="*/ 406665 w 574049"/>
                <a:gd name="connsiteY46" fmla="*/ 293534 h 608556"/>
                <a:gd name="connsiteX47" fmla="*/ 377098 w 574049"/>
                <a:gd name="connsiteY47" fmla="*/ 299015 h 608556"/>
                <a:gd name="connsiteX48" fmla="*/ 379698 w 574049"/>
                <a:gd name="connsiteY48" fmla="*/ 265167 h 608556"/>
                <a:gd name="connsiteX49" fmla="*/ 373149 w 574049"/>
                <a:gd name="connsiteY49" fmla="*/ 215741 h 608556"/>
                <a:gd name="connsiteX50" fmla="*/ 381817 w 574049"/>
                <a:gd name="connsiteY50" fmla="*/ 212472 h 608556"/>
                <a:gd name="connsiteX51" fmla="*/ 243227 w 574049"/>
                <a:gd name="connsiteY51" fmla="*/ 144222 h 608556"/>
                <a:gd name="connsiteX52" fmla="*/ 348920 w 574049"/>
                <a:gd name="connsiteY52" fmla="*/ 265117 h 608556"/>
                <a:gd name="connsiteX53" fmla="*/ 243190 w 574049"/>
                <a:gd name="connsiteY53" fmla="*/ 426215 h 608556"/>
                <a:gd name="connsiteX54" fmla="*/ 137461 w 574049"/>
                <a:gd name="connsiteY54" fmla="*/ 265117 h 608556"/>
                <a:gd name="connsiteX55" fmla="*/ 243227 w 574049"/>
                <a:gd name="connsiteY55" fmla="*/ 144222 h 608556"/>
                <a:gd name="connsiteX56" fmla="*/ 279862 w 574049"/>
                <a:gd name="connsiteY56" fmla="*/ 119148 h 608556"/>
                <a:gd name="connsiteX57" fmla="*/ 310064 w 574049"/>
                <a:gd name="connsiteY57" fmla="*/ 131181 h 608556"/>
                <a:gd name="connsiteX58" fmla="*/ 279862 w 574049"/>
                <a:gd name="connsiteY58" fmla="*/ 119148 h 608556"/>
                <a:gd name="connsiteX59" fmla="*/ 155080 w 574049"/>
                <a:gd name="connsiteY59" fmla="*/ 94840 h 608556"/>
                <a:gd name="connsiteX60" fmla="*/ 203722 w 574049"/>
                <a:gd name="connsiteY60" fmla="*/ 119842 h 608556"/>
                <a:gd name="connsiteX61" fmla="*/ 117804 w 574049"/>
                <a:gd name="connsiteY61" fmla="*/ 201676 h 608556"/>
                <a:gd name="connsiteX62" fmla="*/ 155080 w 574049"/>
                <a:gd name="connsiteY62" fmla="*/ 94840 h 608556"/>
                <a:gd name="connsiteX63" fmla="*/ 131962 w 574049"/>
                <a:gd name="connsiteY63" fmla="*/ 0 h 608556"/>
                <a:gd name="connsiteX64" fmla="*/ 178101 w 574049"/>
                <a:gd name="connsiteY64" fmla="*/ 0 h 608556"/>
                <a:gd name="connsiteX65" fmla="*/ 190816 w 574049"/>
                <a:gd name="connsiteY65" fmla="*/ 12695 h 608556"/>
                <a:gd name="connsiteX66" fmla="*/ 190816 w 574049"/>
                <a:gd name="connsiteY66" fmla="*/ 38757 h 608556"/>
                <a:gd name="connsiteX67" fmla="*/ 211911 w 574049"/>
                <a:gd name="connsiteY67" fmla="*/ 47509 h 608556"/>
                <a:gd name="connsiteX68" fmla="*/ 230501 w 574049"/>
                <a:gd name="connsiteY68" fmla="*/ 29044 h 608556"/>
                <a:gd name="connsiteX69" fmla="*/ 239459 w 574049"/>
                <a:gd name="connsiteY69" fmla="*/ 25389 h 608556"/>
                <a:gd name="connsiteX70" fmla="*/ 248417 w 574049"/>
                <a:gd name="connsiteY70" fmla="*/ 29044 h 608556"/>
                <a:gd name="connsiteX71" fmla="*/ 280975 w 574049"/>
                <a:gd name="connsiteY71" fmla="*/ 61646 h 608556"/>
                <a:gd name="connsiteX72" fmla="*/ 284731 w 574049"/>
                <a:gd name="connsiteY72" fmla="*/ 70590 h 608556"/>
                <a:gd name="connsiteX73" fmla="*/ 280975 w 574049"/>
                <a:gd name="connsiteY73" fmla="*/ 79534 h 608556"/>
                <a:gd name="connsiteX74" fmla="*/ 262481 w 574049"/>
                <a:gd name="connsiteY74" fmla="*/ 97999 h 608556"/>
                <a:gd name="connsiteX75" fmla="*/ 270379 w 574049"/>
                <a:gd name="connsiteY75" fmla="*/ 116848 h 608556"/>
                <a:gd name="connsiteX76" fmla="*/ 224915 w 574049"/>
                <a:gd name="connsiteY76" fmla="*/ 115502 h 608556"/>
                <a:gd name="connsiteX77" fmla="*/ 155080 w 574049"/>
                <a:gd name="connsiteY77" fmla="*/ 74437 h 608556"/>
                <a:gd name="connsiteX78" fmla="*/ 74458 w 574049"/>
                <a:gd name="connsiteY78" fmla="*/ 154836 h 608556"/>
                <a:gd name="connsiteX79" fmla="*/ 111638 w 574049"/>
                <a:gd name="connsiteY79" fmla="*/ 222445 h 608556"/>
                <a:gd name="connsiteX80" fmla="*/ 106822 w 574049"/>
                <a:gd name="connsiteY80" fmla="*/ 265145 h 608556"/>
                <a:gd name="connsiteX81" fmla="*/ 106822 w 574049"/>
                <a:gd name="connsiteY81" fmla="*/ 265818 h 608556"/>
                <a:gd name="connsiteX82" fmla="*/ 98153 w 574049"/>
                <a:gd name="connsiteY82" fmla="*/ 262163 h 608556"/>
                <a:gd name="connsiteX83" fmla="*/ 79659 w 574049"/>
                <a:gd name="connsiteY83" fmla="*/ 280628 h 608556"/>
                <a:gd name="connsiteX84" fmla="*/ 70701 w 574049"/>
                <a:gd name="connsiteY84" fmla="*/ 284379 h 608556"/>
                <a:gd name="connsiteX85" fmla="*/ 61647 w 574049"/>
                <a:gd name="connsiteY85" fmla="*/ 280628 h 608556"/>
                <a:gd name="connsiteX86" fmla="*/ 29089 w 574049"/>
                <a:gd name="connsiteY86" fmla="*/ 248122 h 608556"/>
                <a:gd name="connsiteX87" fmla="*/ 29089 w 574049"/>
                <a:gd name="connsiteY87" fmla="*/ 230138 h 608556"/>
                <a:gd name="connsiteX88" fmla="*/ 47583 w 574049"/>
                <a:gd name="connsiteY88" fmla="*/ 211673 h 608556"/>
                <a:gd name="connsiteX89" fmla="*/ 38722 w 574049"/>
                <a:gd name="connsiteY89" fmla="*/ 190612 h 608556"/>
                <a:gd name="connsiteX90" fmla="*/ 12715 w 574049"/>
                <a:gd name="connsiteY90" fmla="*/ 190612 h 608556"/>
                <a:gd name="connsiteX91" fmla="*/ 0 w 574049"/>
                <a:gd name="connsiteY91" fmla="*/ 177821 h 608556"/>
                <a:gd name="connsiteX92" fmla="*/ 0 w 574049"/>
                <a:gd name="connsiteY92" fmla="*/ 131851 h 608556"/>
                <a:gd name="connsiteX93" fmla="*/ 12715 w 574049"/>
                <a:gd name="connsiteY93" fmla="*/ 119156 h 608556"/>
                <a:gd name="connsiteX94" fmla="*/ 38818 w 574049"/>
                <a:gd name="connsiteY94" fmla="*/ 119156 h 608556"/>
                <a:gd name="connsiteX95" fmla="*/ 47583 w 574049"/>
                <a:gd name="connsiteY95" fmla="*/ 98095 h 608556"/>
                <a:gd name="connsiteX96" fmla="*/ 29089 w 574049"/>
                <a:gd name="connsiteY96" fmla="*/ 79630 h 608556"/>
                <a:gd name="connsiteX97" fmla="*/ 25333 w 574049"/>
                <a:gd name="connsiteY97" fmla="*/ 70590 h 608556"/>
                <a:gd name="connsiteX98" fmla="*/ 29089 w 574049"/>
                <a:gd name="connsiteY98" fmla="*/ 61646 h 608556"/>
                <a:gd name="connsiteX99" fmla="*/ 61647 w 574049"/>
                <a:gd name="connsiteY99" fmla="*/ 29044 h 608556"/>
                <a:gd name="connsiteX100" fmla="*/ 70701 w 574049"/>
                <a:gd name="connsiteY100" fmla="*/ 25389 h 608556"/>
                <a:gd name="connsiteX101" fmla="*/ 79659 w 574049"/>
                <a:gd name="connsiteY101" fmla="*/ 29140 h 608556"/>
                <a:gd name="connsiteX102" fmla="*/ 98153 w 574049"/>
                <a:gd name="connsiteY102" fmla="*/ 47509 h 608556"/>
                <a:gd name="connsiteX103" fmla="*/ 119248 w 574049"/>
                <a:gd name="connsiteY103" fmla="*/ 38757 h 608556"/>
                <a:gd name="connsiteX104" fmla="*/ 119248 w 574049"/>
                <a:gd name="connsiteY104" fmla="*/ 12695 h 608556"/>
                <a:gd name="connsiteX105" fmla="*/ 131962 w 574049"/>
                <a:gd name="connsiteY105" fmla="*/ 0 h 60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574049" h="608556">
                  <a:moveTo>
                    <a:pt x="163934" y="419229"/>
                  </a:moveTo>
                  <a:cubicBezTo>
                    <a:pt x="185702" y="442210"/>
                    <a:pt x="212671" y="456825"/>
                    <a:pt x="243204" y="456825"/>
                  </a:cubicBezTo>
                  <a:cubicBezTo>
                    <a:pt x="273737" y="456825"/>
                    <a:pt x="300706" y="442210"/>
                    <a:pt x="322474" y="419229"/>
                  </a:cubicBezTo>
                  <a:cubicBezTo>
                    <a:pt x="387585" y="424998"/>
                    <a:pt x="443835" y="468075"/>
                    <a:pt x="465217" y="530768"/>
                  </a:cubicBezTo>
                  <a:lnTo>
                    <a:pt x="476968" y="565383"/>
                  </a:lnTo>
                  <a:cubicBezTo>
                    <a:pt x="480339" y="575383"/>
                    <a:pt x="478702" y="586344"/>
                    <a:pt x="472634" y="594902"/>
                  </a:cubicBezTo>
                  <a:cubicBezTo>
                    <a:pt x="466469" y="603460"/>
                    <a:pt x="456549" y="608556"/>
                    <a:pt x="446050" y="608556"/>
                  </a:cubicBezTo>
                  <a:lnTo>
                    <a:pt x="40358" y="608556"/>
                  </a:lnTo>
                  <a:cubicBezTo>
                    <a:pt x="29859" y="608556"/>
                    <a:pt x="19939" y="603460"/>
                    <a:pt x="13871" y="594902"/>
                  </a:cubicBezTo>
                  <a:cubicBezTo>
                    <a:pt x="7706" y="586344"/>
                    <a:pt x="6069" y="575383"/>
                    <a:pt x="9440" y="565383"/>
                  </a:cubicBezTo>
                  <a:lnTo>
                    <a:pt x="21191" y="530768"/>
                  </a:lnTo>
                  <a:cubicBezTo>
                    <a:pt x="42573" y="468075"/>
                    <a:pt x="98919" y="424998"/>
                    <a:pt x="163934" y="419229"/>
                  </a:cubicBezTo>
                  <a:close/>
                  <a:moveTo>
                    <a:pt x="406631" y="313875"/>
                  </a:moveTo>
                  <a:cubicBezTo>
                    <a:pt x="442857" y="313875"/>
                    <a:pt x="472435" y="343308"/>
                    <a:pt x="472435" y="379473"/>
                  </a:cubicBezTo>
                  <a:cubicBezTo>
                    <a:pt x="472435" y="404289"/>
                    <a:pt x="458369" y="425642"/>
                    <a:pt x="438040" y="436800"/>
                  </a:cubicBezTo>
                  <a:cubicBezTo>
                    <a:pt x="411641" y="413523"/>
                    <a:pt x="379269" y="397556"/>
                    <a:pt x="344006" y="390920"/>
                  </a:cubicBezTo>
                  <a:cubicBezTo>
                    <a:pt x="356435" y="370913"/>
                    <a:pt x="365973" y="347925"/>
                    <a:pt x="371946" y="323974"/>
                  </a:cubicBezTo>
                  <a:cubicBezTo>
                    <a:pt x="382063" y="317626"/>
                    <a:pt x="393913" y="313875"/>
                    <a:pt x="406631" y="313875"/>
                  </a:cubicBezTo>
                  <a:close/>
                  <a:moveTo>
                    <a:pt x="381817" y="212472"/>
                  </a:moveTo>
                  <a:lnTo>
                    <a:pt x="431512" y="212472"/>
                  </a:lnTo>
                  <a:cubicBezTo>
                    <a:pt x="439121" y="212472"/>
                    <a:pt x="445284" y="218530"/>
                    <a:pt x="445284" y="226127"/>
                  </a:cubicBezTo>
                  <a:lnTo>
                    <a:pt x="445284" y="254301"/>
                  </a:lnTo>
                  <a:cubicBezTo>
                    <a:pt x="453182" y="256705"/>
                    <a:pt x="460790" y="259879"/>
                    <a:pt x="468013" y="263725"/>
                  </a:cubicBezTo>
                  <a:lnTo>
                    <a:pt x="488045" y="243820"/>
                  </a:lnTo>
                  <a:cubicBezTo>
                    <a:pt x="490742" y="241127"/>
                    <a:pt x="494209" y="239781"/>
                    <a:pt x="497773" y="239781"/>
                  </a:cubicBezTo>
                  <a:cubicBezTo>
                    <a:pt x="501240" y="239781"/>
                    <a:pt x="504803" y="241127"/>
                    <a:pt x="507403" y="243820"/>
                  </a:cubicBezTo>
                  <a:lnTo>
                    <a:pt x="542556" y="278918"/>
                  </a:lnTo>
                  <a:cubicBezTo>
                    <a:pt x="545157" y="281514"/>
                    <a:pt x="546601" y="284976"/>
                    <a:pt x="546601" y="288630"/>
                  </a:cubicBezTo>
                  <a:cubicBezTo>
                    <a:pt x="546601" y="292188"/>
                    <a:pt x="545157" y="295746"/>
                    <a:pt x="542556" y="298246"/>
                  </a:cubicBezTo>
                  <a:lnTo>
                    <a:pt x="522620" y="318247"/>
                  </a:lnTo>
                  <a:cubicBezTo>
                    <a:pt x="526473" y="325459"/>
                    <a:pt x="529651" y="333056"/>
                    <a:pt x="532155" y="340941"/>
                  </a:cubicBezTo>
                  <a:lnTo>
                    <a:pt x="560277" y="340941"/>
                  </a:lnTo>
                  <a:cubicBezTo>
                    <a:pt x="567885" y="340941"/>
                    <a:pt x="574049" y="347095"/>
                    <a:pt x="574049" y="354692"/>
                  </a:cubicBezTo>
                  <a:lnTo>
                    <a:pt x="574049" y="404310"/>
                  </a:lnTo>
                  <a:cubicBezTo>
                    <a:pt x="574049" y="407964"/>
                    <a:pt x="572605" y="411425"/>
                    <a:pt x="570004" y="414022"/>
                  </a:cubicBezTo>
                  <a:cubicBezTo>
                    <a:pt x="567500" y="416618"/>
                    <a:pt x="563937" y="418060"/>
                    <a:pt x="560277" y="418060"/>
                  </a:cubicBezTo>
                  <a:lnTo>
                    <a:pt x="532155" y="418060"/>
                  </a:lnTo>
                  <a:cubicBezTo>
                    <a:pt x="529651" y="425946"/>
                    <a:pt x="526473" y="433542"/>
                    <a:pt x="522620" y="440754"/>
                  </a:cubicBezTo>
                  <a:lnTo>
                    <a:pt x="542652" y="460755"/>
                  </a:lnTo>
                  <a:cubicBezTo>
                    <a:pt x="545157" y="463255"/>
                    <a:pt x="546601" y="466813"/>
                    <a:pt x="546601" y="470371"/>
                  </a:cubicBezTo>
                  <a:cubicBezTo>
                    <a:pt x="546601" y="474025"/>
                    <a:pt x="545157" y="477487"/>
                    <a:pt x="542652" y="480083"/>
                  </a:cubicBezTo>
                  <a:lnTo>
                    <a:pt x="507500" y="515181"/>
                  </a:lnTo>
                  <a:cubicBezTo>
                    <a:pt x="504803" y="517874"/>
                    <a:pt x="501240" y="519220"/>
                    <a:pt x="497773" y="519220"/>
                  </a:cubicBezTo>
                  <a:cubicBezTo>
                    <a:pt x="496232" y="519220"/>
                    <a:pt x="494691" y="518835"/>
                    <a:pt x="493246" y="518355"/>
                  </a:cubicBezTo>
                  <a:cubicBezTo>
                    <a:pt x="484289" y="493161"/>
                    <a:pt x="470517" y="470660"/>
                    <a:pt x="453182" y="451716"/>
                  </a:cubicBezTo>
                  <a:cubicBezTo>
                    <a:pt x="476970" y="436331"/>
                    <a:pt x="492861" y="409791"/>
                    <a:pt x="492861" y="379501"/>
                  </a:cubicBezTo>
                  <a:cubicBezTo>
                    <a:pt x="492861" y="332094"/>
                    <a:pt x="454145" y="293534"/>
                    <a:pt x="406665" y="293534"/>
                  </a:cubicBezTo>
                  <a:cubicBezTo>
                    <a:pt x="396263" y="293534"/>
                    <a:pt x="386440" y="295650"/>
                    <a:pt x="377098" y="299015"/>
                  </a:cubicBezTo>
                  <a:cubicBezTo>
                    <a:pt x="378735" y="287765"/>
                    <a:pt x="379698" y="276418"/>
                    <a:pt x="379698" y="265167"/>
                  </a:cubicBezTo>
                  <a:cubicBezTo>
                    <a:pt x="379698" y="247570"/>
                    <a:pt x="377387" y="231031"/>
                    <a:pt x="373149" y="215741"/>
                  </a:cubicBezTo>
                  <a:cubicBezTo>
                    <a:pt x="375557" y="213818"/>
                    <a:pt x="378542" y="212472"/>
                    <a:pt x="381817" y="212472"/>
                  </a:cubicBezTo>
                  <a:close/>
                  <a:moveTo>
                    <a:pt x="243227" y="144222"/>
                  </a:moveTo>
                  <a:cubicBezTo>
                    <a:pt x="296103" y="144270"/>
                    <a:pt x="348968" y="184617"/>
                    <a:pt x="348920" y="265117"/>
                  </a:cubicBezTo>
                  <a:cubicBezTo>
                    <a:pt x="348920" y="342829"/>
                    <a:pt x="301640" y="426215"/>
                    <a:pt x="243190" y="426215"/>
                  </a:cubicBezTo>
                  <a:cubicBezTo>
                    <a:pt x="184837" y="426215"/>
                    <a:pt x="137461" y="342829"/>
                    <a:pt x="137461" y="265117"/>
                  </a:cubicBezTo>
                  <a:cubicBezTo>
                    <a:pt x="137461" y="184424"/>
                    <a:pt x="190350" y="144174"/>
                    <a:pt x="243227" y="144222"/>
                  </a:cubicBezTo>
                  <a:close/>
                  <a:moveTo>
                    <a:pt x="279862" y="119148"/>
                  </a:moveTo>
                  <a:cubicBezTo>
                    <a:pt x="294336" y="119148"/>
                    <a:pt x="309292" y="116645"/>
                    <a:pt x="310064" y="131181"/>
                  </a:cubicBezTo>
                  <a:cubicBezTo>
                    <a:pt x="300704" y="125983"/>
                    <a:pt x="290573" y="121940"/>
                    <a:pt x="279862" y="119148"/>
                  </a:cubicBezTo>
                  <a:close/>
                  <a:moveTo>
                    <a:pt x="155080" y="94840"/>
                  </a:moveTo>
                  <a:cubicBezTo>
                    <a:pt x="175115" y="94840"/>
                    <a:pt x="192838" y="104745"/>
                    <a:pt x="203722" y="119842"/>
                  </a:cubicBezTo>
                  <a:cubicBezTo>
                    <a:pt x="163749" y="131478"/>
                    <a:pt x="133216" y="160807"/>
                    <a:pt x="117804" y="201676"/>
                  </a:cubicBezTo>
                  <a:cubicBezTo>
                    <a:pt x="72823" y="165904"/>
                    <a:pt x="98733" y="94840"/>
                    <a:pt x="155080" y="94840"/>
                  </a:cubicBezTo>
                  <a:close/>
                  <a:moveTo>
                    <a:pt x="131962" y="0"/>
                  </a:moveTo>
                  <a:lnTo>
                    <a:pt x="178101" y="0"/>
                  </a:lnTo>
                  <a:cubicBezTo>
                    <a:pt x="185133" y="0"/>
                    <a:pt x="190816" y="5674"/>
                    <a:pt x="190816" y="12695"/>
                  </a:cubicBezTo>
                  <a:lnTo>
                    <a:pt x="190816" y="38757"/>
                  </a:lnTo>
                  <a:cubicBezTo>
                    <a:pt x="198233" y="41065"/>
                    <a:pt x="205265" y="44047"/>
                    <a:pt x="211911" y="47509"/>
                  </a:cubicBezTo>
                  <a:lnTo>
                    <a:pt x="230501" y="29044"/>
                  </a:lnTo>
                  <a:cubicBezTo>
                    <a:pt x="232909" y="26543"/>
                    <a:pt x="236184" y="25389"/>
                    <a:pt x="239459" y="25389"/>
                  </a:cubicBezTo>
                  <a:cubicBezTo>
                    <a:pt x="242734" y="25389"/>
                    <a:pt x="245913" y="26543"/>
                    <a:pt x="248417" y="29044"/>
                  </a:cubicBezTo>
                  <a:lnTo>
                    <a:pt x="280975" y="61646"/>
                  </a:lnTo>
                  <a:cubicBezTo>
                    <a:pt x="283383" y="63954"/>
                    <a:pt x="284731" y="67224"/>
                    <a:pt x="284731" y="70590"/>
                  </a:cubicBezTo>
                  <a:cubicBezTo>
                    <a:pt x="284731" y="73956"/>
                    <a:pt x="283383" y="77226"/>
                    <a:pt x="280975" y="79534"/>
                  </a:cubicBezTo>
                  <a:lnTo>
                    <a:pt x="262481" y="97999"/>
                  </a:lnTo>
                  <a:cubicBezTo>
                    <a:pt x="265659" y="103961"/>
                    <a:pt x="268260" y="110405"/>
                    <a:pt x="270379" y="116848"/>
                  </a:cubicBezTo>
                  <a:cubicBezTo>
                    <a:pt x="253619" y="113675"/>
                    <a:pt x="239748" y="113675"/>
                    <a:pt x="224915" y="115502"/>
                  </a:cubicBezTo>
                  <a:cubicBezTo>
                    <a:pt x="211044" y="91171"/>
                    <a:pt x="185133" y="74437"/>
                    <a:pt x="155080" y="74437"/>
                  </a:cubicBezTo>
                  <a:cubicBezTo>
                    <a:pt x="110675" y="74437"/>
                    <a:pt x="74458" y="110501"/>
                    <a:pt x="74458" y="154836"/>
                  </a:cubicBezTo>
                  <a:cubicBezTo>
                    <a:pt x="74458" y="183207"/>
                    <a:pt x="89388" y="208115"/>
                    <a:pt x="111638" y="222445"/>
                  </a:cubicBezTo>
                  <a:cubicBezTo>
                    <a:pt x="108556" y="235812"/>
                    <a:pt x="106822" y="250046"/>
                    <a:pt x="106822" y="265145"/>
                  </a:cubicBezTo>
                  <a:cubicBezTo>
                    <a:pt x="106822" y="265337"/>
                    <a:pt x="106822" y="265626"/>
                    <a:pt x="106822" y="265818"/>
                  </a:cubicBezTo>
                  <a:cubicBezTo>
                    <a:pt x="104029" y="264568"/>
                    <a:pt x="100946" y="263606"/>
                    <a:pt x="98153" y="262163"/>
                  </a:cubicBezTo>
                  <a:lnTo>
                    <a:pt x="79659" y="280628"/>
                  </a:lnTo>
                  <a:cubicBezTo>
                    <a:pt x="77251" y="283033"/>
                    <a:pt x="74072" y="284379"/>
                    <a:pt x="70701" y="284379"/>
                  </a:cubicBezTo>
                  <a:cubicBezTo>
                    <a:pt x="67330" y="284379"/>
                    <a:pt x="64055" y="283033"/>
                    <a:pt x="61647" y="280628"/>
                  </a:cubicBezTo>
                  <a:lnTo>
                    <a:pt x="29089" y="248122"/>
                  </a:lnTo>
                  <a:cubicBezTo>
                    <a:pt x="24081" y="243121"/>
                    <a:pt x="24081" y="235043"/>
                    <a:pt x="29089" y="230138"/>
                  </a:cubicBezTo>
                  <a:lnTo>
                    <a:pt x="47583" y="211673"/>
                  </a:lnTo>
                  <a:cubicBezTo>
                    <a:pt x="44020" y="204941"/>
                    <a:pt x="41034" y="197921"/>
                    <a:pt x="38722" y="190612"/>
                  </a:cubicBezTo>
                  <a:lnTo>
                    <a:pt x="12715" y="190612"/>
                  </a:lnTo>
                  <a:cubicBezTo>
                    <a:pt x="5683" y="190612"/>
                    <a:pt x="0" y="184842"/>
                    <a:pt x="0" y="177821"/>
                  </a:cubicBezTo>
                  <a:lnTo>
                    <a:pt x="0" y="131851"/>
                  </a:lnTo>
                  <a:cubicBezTo>
                    <a:pt x="0" y="124831"/>
                    <a:pt x="5683" y="119156"/>
                    <a:pt x="12715" y="119156"/>
                  </a:cubicBezTo>
                  <a:lnTo>
                    <a:pt x="38818" y="119156"/>
                  </a:lnTo>
                  <a:cubicBezTo>
                    <a:pt x="41034" y="111751"/>
                    <a:pt x="44020" y="104731"/>
                    <a:pt x="47583" y="98095"/>
                  </a:cubicBezTo>
                  <a:lnTo>
                    <a:pt x="29089" y="79630"/>
                  </a:lnTo>
                  <a:cubicBezTo>
                    <a:pt x="26681" y="77226"/>
                    <a:pt x="25333" y="73956"/>
                    <a:pt x="25333" y="70590"/>
                  </a:cubicBezTo>
                  <a:cubicBezTo>
                    <a:pt x="25333" y="67224"/>
                    <a:pt x="26681" y="63954"/>
                    <a:pt x="29089" y="61646"/>
                  </a:cubicBezTo>
                  <a:lnTo>
                    <a:pt x="61647" y="29044"/>
                  </a:lnTo>
                  <a:cubicBezTo>
                    <a:pt x="64151" y="26639"/>
                    <a:pt x="67426" y="25389"/>
                    <a:pt x="70701" y="25389"/>
                  </a:cubicBezTo>
                  <a:cubicBezTo>
                    <a:pt x="73976" y="25389"/>
                    <a:pt x="77155" y="26639"/>
                    <a:pt x="79659" y="29140"/>
                  </a:cubicBezTo>
                  <a:lnTo>
                    <a:pt x="98153" y="47509"/>
                  </a:lnTo>
                  <a:cubicBezTo>
                    <a:pt x="104896" y="44047"/>
                    <a:pt x="111927" y="41065"/>
                    <a:pt x="119248" y="38757"/>
                  </a:cubicBezTo>
                  <a:lnTo>
                    <a:pt x="119248" y="12695"/>
                  </a:lnTo>
                  <a:cubicBezTo>
                    <a:pt x="119248" y="5674"/>
                    <a:pt x="125027" y="0"/>
                    <a:pt x="13196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" name="文本框 2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8318108" y="5056386"/>
            <a:ext cx="23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重要意义四</a:t>
            </a:r>
            <a:endParaRPr lang="zh-CN" altLang="en-US" sz="2400" spc="120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500"/>
                            </p:stCondLst>
                            <p:childTnLst>
                              <p:par>
                                <p:cTn id="6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11" grpId="0"/>
      <p:bldP spid="15" grpId="0"/>
      <p:bldP spid="19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1"/>
            </p:custDataLst>
          </p:nvPr>
        </p:nvSpPr>
        <p:spPr>
          <a:xfrm>
            <a:off x="6772755" y="1272737"/>
            <a:ext cx="40556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国内外的研究现状</a:t>
            </a:r>
            <a:endParaRPr lang="zh-CN" altLang="en-US" sz="66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PA_文本框 4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2"/>
            </p:custDataLst>
          </p:nvPr>
        </p:nvSpPr>
        <p:spPr>
          <a:xfrm>
            <a:off x="6096000" y="3211729"/>
            <a:ext cx="550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pc="120">
                <a:solidFill>
                  <a:srgbClr val="2A3A4A"/>
                </a:solidFill>
                <a:latin typeface="Tw Cen MT" panose="020B0602020104020603" pitchFamily="34" charset="0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>
                <a:latin typeface="字魂59号-创粗黑" panose="00000500000000000000" charset="-122"/>
                <a:ea typeface="字魂59号-创粗黑" panose="00000500000000000000" charset="-122"/>
              </a:rPr>
              <a:t>Guo </a:t>
            </a:r>
            <a:r>
              <a:rPr lang="en-US" altLang="zh-CN" dirty="0" err="1">
                <a:latin typeface="字魂59号-创粗黑" panose="00000500000000000000" charset="-122"/>
                <a:ea typeface="字魂59号-创粗黑" panose="00000500000000000000" charset="-122"/>
              </a:rPr>
              <a:t>Nei</a:t>
            </a:r>
            <a:r>
              <a:rPr lang="en-US" altLang="zh-CN" dirty="0">
                <a:latin typeface="字魂59号-创粗黑" panose="00000500000000000000" charset="-122"/>
                <a:ea typeface="字魂59号-创粗黑" panose="00000500000000000000" charset="-122"/>
              </a:rPr>
              <a:t> Wai De Yan Jiu Xian Zhuang</a:t>
            </a:r>
            <a:endParaRPr lang="zh-CN" altLang="en-US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773692" y="174427"/>
            <a:ext cx="542759" cy="1163339"/>
            <a:chOff x="6399701" y="177188"/>
            <a:chExt cx="542759" cy="1163339"/>
          </a:xfrm>
          <a:solidFill>
            <a:srgbClr val="1A3F6C"/>
          </a:solidFill>
        </p:grpSpPr>
        <p:sp>
          <p:nvSpPr>
            <p:cNvPr id="5" name="直角三角形 4"/>
            <p:cNvSpPr/>
            <p:nvPr/>
          </p:nvSpPr>
          <p:spPr>
            <a:xfrm>
              <a:off x="6883579" y="177188"/>
              <a:ext cx="58881" cy="62429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6" name="五边形 8"/>
            <p:cNvSpPr/>
            <p:nvPr/>
          </p:nvSpPr>
          <p:spPr>
            <a:xfrm rot="5400000">
              <a:off x="6063639" y="516004"/>
              <a:ext cx="1160585" cy="488462"/>
            </a:xfrm>
            <a:prstGeom prst="homePlate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2526617" y="234944"/>
            <a:ext cx="1506106" cy="63824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5400" dirty="0">
              <a:latin typeface="Eras Bold ITC" panose="020B0907030504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35241" y="1337767"/>
            <a:ext cx="1088857" cy="431105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8000" dirty="0">
                <a:latin typeface="字魂59号-创粗黑" panose="00000500000000000000" charset="-122"/>
                <a:ea typeface="字魂59号-创粗黑" panose="00000500000000000000" charset="-122"/>
              </a:rPr>
              <a:t>第二部分</a:t>
            </a:r>
            <a:endParaRPr lang="zh-CN" altLang="en-US" sz="80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974114" y="4277865"/>
            <a:ext cx="3854316" cy="428171"/>
            <a:chOff x="6974114" y="4209143"/>
            <a:chExt cx="3854316" cy="428171"/>
          </a:xfrm>
        </p:grpSpPr>
        <p:sp>
          <p:nvSpPr>
            <p:cNvPr id="10" name="矩形: 圆角 9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国内研究现状综述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974114" y="4793122"/>
            <a:ext cx="3854316" cy="428171"/>
            <a:chOff x="6974114" y="4209143"/>
            <a:chExt cx="3854316" cy="428171"/>
          </a:xfrm>
        </p:grpSpPr>
        <p:sp>
          <p:nvSpPr>
            <p:cNvPr id="14" name="矩形: 圆角 13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国外研究现状综述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974114" y="5304698"/>
            <a:ext cx="3854316" cy="428171"/>
            <a:chOff x="6974114" y="4209143"/>
            <a:chExt cx="3854316" cy="428171"/>
          </a:xfrm>
        </p:grpSpPr>
        <p:sp>
          <p:nvSpPr>
            <p:cNvPr id="17" name="矩形: 圆角 16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国内外现状对比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4173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国内研究现状综述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649408" y="919539"/>
            <a:ext cx="417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Guo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120" normalizeH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Nei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Yan Jiu Xian </a:t>
            </a:r>
            <a:r>
              <a:rPr kumimoji="0" lang="en-US" altLang="zh-CN" sz="1800" b="0" i="0" u="none" strike="noStrike" kern="1200" cap="none" spc="120" normalizeH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Zhuan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120" normalizeH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Zong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Shu</a:t>
            </a:r>
            <a:endParaRPr kumimoji="0" lang="zh-CN" altLang="en-US" sz="1800" b="0" i="0" u="none" strike="noStrike" kern="1200" cap="none" spc="120" normalizeH="0" baseline="0" noProof="0" dirty="0">
              <a:ln>
                <a:noFill/>
              </a:ln>
              <a:solidFill>
                <a:srgbClr val="2A3A4A"/>
              </a:solidFill>
              <a:effectLst/>
              <a:uLnTx/>
              <a:uFillTx/>
              <a:latin typeface="字魂59号-创粗黑" panose="00000500000000000000" charset="-122"/>
              <a:ea typeface="字魂59号-创粗黑" panose="00000500000000000000" charset="-122"/>
              <a:cs typeface="+mn-cs"/>
            </a:endParaRPr>
          </a:p>
        </p:txBody>
      </p:sp>
      <p:sp>
        <p:nvSpPr>
          <p:cNvPr id="4" name="Freeform 5"/>
          <p:cNvSpPr>
            <a:spLocks noEditPoints="1"/>
          </p:cNvSpPr>
          <p:nvPr/>
        </p:nvSpPr>
        <p:spPr bwMode="auto">
          <a:xfrm rot="925172">
            <a:off x="1099942" y="1789026"/>
            <a:ext cx="4351968" cy="4356426"/>
          </a:xfrm>
          <a:custGeom>
            <a:avLst/>
            <a:gdLst>
              <a:gd name="T0" fmla="*/ 50 w 4280"/>
              <a:gd name="T1" fmla="*/ 3831 h 4280"/>
              <a:gd name="T2" fmla="*/ 59 w 4280"/>
              <a:gd name="T3" fmla="*/ 4021 h 4280"/>
              <a:gd name="T4" fmla="*/ 259 w 4280"/>
              <a:gd name="T5" fmla="*/ 4221 h 4280"/>
              <a:gd name="T6" fmla="*/ 449 w 4280"/>
              <a:gd name="T7" fmla="*/ 4230 h 4280"/>
              <a:gd name="T8" fmla="*/ 1047 w 4280"/>
              <a:gd name="T9" fmla="*/ 3632 h 4280"/>
              <a:gd name="T10" fmla="*/ 1038 w 4280"/>
              <a:gd name="T11" fmla="*/ 3443 h 4280"/>
              <a:gd name="T12" fmla="*/ 837 w 4280"/>
              <a:gd name="T13" fmla="*/ 3242 h 4280"/>
              <a:gd name="T14" fmla="*/ 648 w 4280"/>
              <a:gd name="T15" fmla="*/ 3233 h 4280"/>
              <a:gd name="T16" fmla="*/ 50 w 4280"/>
              <a:gd name="T17" fmla="*/ 3831 h 4280"/>
              <a:gd name="T18" fmla="*/ 2717 w 4280"/>
              <a:gd name="T19" fmla="*/ 3126 h 4280"/>
              <a:gd name="T20" fmla="*/ 3822 w 4280"/>
              <a:gd name="T21" fmla="*/ 2669 h 4280"/>
              <a:gd name="T22" fmla="*/ 4280 w 4280"/>
              <a:gd name="T23" fmla="*/ 1563 h 4280"/>
              <a:gd name="T24" fmla="*/ 3822 w 4280"/>
              <a:gd name="T25" fmla="*/ 458 h 4280"/>
              <a:gd name="T26" fmla="*/ 2717 w 4280"/>
              <a:gd name="T27" fmla="*/ 0 h 4280"/>
              <a:gd name="T28" fmla="*/ 1611 w 4280"/>
              <a:gd name="T29" fmla="*/ 458 h 4280"/>
              <a:gd name="T30" fmla="*/ 1417 w 4280"/>
              <a:gd name="T31" fmla="*/ 2431 h 4280"/>
              <a:gd name="T32" fmla="*/ 1369 w 4280"/>
              <a:gd name="T33" fmla="*/ 2462 h 4280"/>
              <a:gd name="T34" fmla="*/ 1360 w 4280"/>
              <a:gd name="T35" fmla="*/ 2472 h 4280"/>
              <a:gd name="T36" fmla="*/ 1360 w 4280"/>
              <a:gd name="T37" fmla="*/ 2670 h 4280"/>
              <a:gd name="T38" fmla="*/ 1610 w 4280"/>
              <a:gd name="T39" fmla="*/ 2920 h 4280"/>
              <a:gd name="T40" fmla="*/ 1808 w 4280"/>
              <a:gd name="T41" fmla="*/ 2920 h 4280"/>
              <a:gd name="T42" fmla="*/ 1818 w 4280"/>
              <a:gd name="T43" fmla="*/ 2911 h 4280"/>
              <a:gd name="T44" fmla="*/ 1849 w 4280"/>
              <a:gd name="T45" fmla="*/ 2864 h 4280"/>
              <a:gd name="T46" fmla="*/ 2717 w 4280"/>
              <a:gd name="T47" fmla="*/ 3126 h 4280"/>
              <a:gd name="T48" fmla="*/ 2717 w 4280"/>
              <a:gd name="T49" fmla="*/ 291 h 4280"/>
              <a:gd name="T50" fmla="*/ 3617 w 4280"/>
              <a:gd name="T51" fmla="*/ 663 h 4280"/>
              <a:gd name="T52" fmla="*/ 3989 w 4280"/>
              <a:gd name="T53" fmla="*/ 1563 h 4280"/>
              <a:gd name="T54" fmla="*/ 3617 w 4280"/>
              <a:gd name="T55" fmla="*/ 2463 h 4280"/>
              <a:gd name="T56" fmla="*/ 2717 w 4280"/>
              <a:gd name="T57" fmla="*/ 2836 h 4280"/>
              <a:gd name="T58" fmla="*/ 1817 w 4280"/>
              <a:gd name="T59" fmla="*/ 2463 h 4280"/>
              <a:gd name="T60" fmla="*/ 1817 w 4280"/>
              <a:gd name="T61" fmla="*/ 663 h 4280"/>
              <a:gd name="T62" fmla="*/ 2717 w 4280"/>
              <a:gd name="T63" fmla="*/ 291 h 4280"/>
              <a:gd name="T64" fmla="*/ 1036 w 4280"/>
              <a:gd name="T65" fmla="*/ 2894 h 4280"/>
              <a:gd name="T66" fmla="*/ 1036 w 4280"/>
              <a:gd name="T67" fmla="*/ 3244 h 4280"/>
              <a:gd name="T68" fmla="*/ 1386 w 4280"/>
              <a:gd name="T69" fmla="*/ 3244 h 4280"/>
              <a:gd name="T70" fmla="*/ 1386 w 4280"/>
              <a:gd name="T71" fmla="*/ 2894 h 4280"/>
              <a:gd name="T72" fmla="*/ 1036 w 4280"/>
              <a:gd name="T73" fmla="*/ 2894 h 4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280" h="4280">
                <a:moveTo>
                  <a:pt x="50" y="3831"/>
                </a:moveTo>
                <a:cubicBezTo>
                  <a:pt x="0" y="3881"/>
                  <a:pt x="4" y="3966"/>
                  <a:pt x="59" y="4021"/>
                </a:cubicBezTo>
                <a:lnTo>
                  <a:pt x="259" y="4221"/>
                </a:lnTo>
                <a:cubicBezTo>
                  <a:pt x="314" y="4276"/>
                  <a:pt x="399" y="4280"/>
                  <a:pt x="449" y="4230"/>
                </a:cubicBezTo>
                <a:lnTo>
                  <a:pt x="1047" y="3632"/>
                </a:lnTo>
                <a:cubicBezTo>
                  <a:pt x="1096" y="3583"/>
                  <a:pt x="1092" y="3498"/>
                  <a:pt x="1038" y="3443"/>
                </a:cubicBezTo>
                <a:lnTo>
                  <a:pt x="837" y="3242"/>
                </a:lnTo>
                <a:cubicBezTo>
                  <a:pt x="782" y="3188"/>
                  <a:pt x="697" y="3184"/>
                  <a:pt x="648" y="3233"/>
                </a:cubicBezTo>
                <a:lnTo>
                  <a:pt x="50" y="3831"/>
                </a:lnTo>
                <a:close/>
                <a:moveTo>
                  <a:pt x="2717" y="3126"/>
                </a:moveTo>
                <a:cubicBezTo>
                  <a:pt x="3134" y="3126"/>
                  <a:pt x="3527" y="2964"/>
                  <a:pt x="3822" y="2669"/>
                </a:cubicBezTo>
                <a:cubicBezTo>
                  <a:pt x="4117" y="2373"/>
                  <a:pt x="4280" y="1981"/>
                  <a:pt x="4280" y="1563"/>
                </a:cubicBezTo>
                <a:cubicBezTo>
                  <a:pt x="4280" y="1146"/>
                  <a:pt x="4117" y="753"/>
                  <a:pt x="3822" y="458"/>
                </a:cubicBezTo>
                <a:cubicBezTo>
                  <a:pt x="3527" y="163"/>
                  <a:pt x="3134" y="0"/>
                  <a:pt x="2717" y="0"/>
                </a:cubicBezTo>
                <a:cubicBezTo>
                  <a:pt x="2299" y="0"/>
                  <a:pt x="1907" y="163"/>
                  <a:pt x="1611" y="458"/>
                </a:cubicBezTo>
                <a:cubicBezTo>
                  <a:pt x="1076" y="993"/>
                  <a:pt x="1011" y="1824"/>
                  <a:pt x="1417" y="2431"/>
                </a:cubicBezTo>
                <a:cubicBezTo>
                  <a:pt x="1399" y="2438"/>
                  <a:pt x="1383" y="2448"/>
                  <a:pt x="1369" y="2462"/>
                </a:cubicBezTo>
                <a:lnTo>
                  <a:pt x="1360" y="2472"/>
                </a:lnTo>
                <a:cubicBezTo>
                  <a:pt x="1305" y="2526"/>
                  <a:pt x="1305" y="2615"/>
                  <a:pt x="1360" y="2670"/>
                </a:cubicBezTo>
                <a:lnTo>
                  <a:pt x="1610" y="2920"/>
                </a:lnTo>
                <a:cubicBezTo>
                  <a:pt x="1665" y="2975"/>
                  <a:pt x="1754" y="2975"/>
                  <a:pt x="1808" y="2920"/>
                </a:cubicBezTo>
                <a:lnTo>
                  <a:pt x="1818" y="2911"/>
                </a:lnTo>
                <a:cubicBezTo>
                  <a:pt x="1832" y="2897"/>
                  <a:pt x="1842" y="2881"/>
                  <a:pt x="1849" y="2864"/>
                </a:cubicBezTo>
                <a:cubicBezTo>
                  <a:pt x="2104" y="3035"/>
                  <a:pt x="2403" y="3126"/>
                  <a:pt x="2717" y="3126"/>
                </a:cubicBezTo>
                <a:close/>
                <a:moveTo>
                  <a:pt x="2717" y="291"/>
                </a:moveTo>
                <a:cubicBezTo>
                  <a:pt x="3057" y="291"/>
                  <a:pt x="3376" y="423"/>
                  <a:pt x="3617" y="663"/>
                </a:cubicBezTo>
                <a:cubicBezTo>
                  <a:pt x="3857" y="904"/>
                  <a:pt x="3989" y="1223"/>
                  <a:pt x="3989" y="1563"/>
                </a:cubicBezTo>
                <a:cubicBezTo>
                  <a:pt x="3989" y="1903"/>
                  <a:pt x="3857" y="2223"/>
                  <a:pt x="3617" y="2463"/>
                </a:cubicBezTo>
                <a:cubicBezTo>
                  <a:pt x="3376" y="2703"/>
                  <a:pt x="3057" y="2836"/>
                  <a:pt x="2717" y="2836"/>
                </a:cubicBezTo>
                <a:cubicBezTo>
                  <a:pt x="2377" y="2836"/>
                  <a:pt x="2057" y="2703"/>
                  <a:pt x="1817" y="2463"/>
                </a:cubicBezTo>
                <a:cubicBezTo>
                  <a:pt x="1321" y="1967"/>
                  <a:pt x="1321" y="1160"/>
                  <a:pt x="1817" y="663"/>
                </a:cubicBezTo>
                <a:cubicBezTo>
                  <a:pt x="2057" y="423"/>
                  <a:pt x="2377" y="291"/>
                  <a:pt x="2717" y="291"/>
                </a:cubicBezTo>
                <a:close/>
                <a:moveTo>
                  <a:pt x="1036" y="2894"/>
                </a:moveTo>
                <a:cubicBezTo>
                  <a:pt x="940" y="2991"/>
                  <a:pt x="940" y="3147"/>
                  <a:pt x="1036" y="3244"/>
                </a:cubicBezTo>
                <a:cubicBezTo>
                  <a:pt x="1133" y="3340"/>
                  <a:pt x="1289" y="3340"/>
                  <a:pt x="1386" y="3244"/>
                </a:cubicBezTo>
                <a:cubicBezTo>
                  <a:pt x="1482" y="3147"/>
                  <a:pt x="1482" y="2991"/>
                  <a:pt x="1386" y="2894"/>
                </a:cubicBezTo>
                <a:cubicBezTo>
                  <a:pt x="1289" y="2798"/>
                  <a:pt x="1133" y="2798"/>
                  <a:pt x="1036" y="2894"/>
                </a:cubicBezTo>
                <a:close/>
              </a:path>
            </a:pathLst>
          </a:custGeom>
          <a:solidFill>
            <a:srgbClr val="1A3F6C"/>
          </a:solidFill>
          <a:ln w="3810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1800" dirty="0">
              <a:ea typeface="字魂59号-创粗黑" panose="00000500000000000000" charset="-122"/>
            </a:endParaRPr>
          </a:p>
        </p:txBody>
      </p:sp>
      <p:sp>
        <p:nvSpPr>
          <p:cNvPr id="26" name="Freeform 26"/>
          <p:cNvSpPr>
            <a:spLocks noEditPoints="1"/>
          </p:cNvSpPr>
          <p:nvPr/>
        </p:nvSpPr>
        <p:spPr bwMode="auto">
          <a:xfrm>
            <a:off x="3224078" y="2989346"/>
            <a:ext cx="1632150" cy="1014525"/>
          </a:xfrm>
          <a:custGeom>
            <a:avLst/>
            <a:gdLst>
              <a:gd name="connsiteX0" fmla="*/ 489851 w 574179"/>
              <a:gd name="connsiteY0" fmla="*/ 262305 h 356903"/>
              <a:gd name="connsiteX1" fmla="*/ 489851 w 574179"/>
              <a:gd name="connsiteY1" fmla="*/ 284665 h 356903"/>
              <a:gd name="connsiteX2" fmla="*/ 513084 w 574179"/>
              <a:gd name="connsiteY2" fmla="*/ 284665 h 356903"/>
              <a:gd name="connsiteX3" fmla="*/ 513084 w 574179"/>
              <a:gd name="connsiteY3" fmla="*/ 262305 h 356903"/>
              <a:gd name="connsiteX4" fmla="*/ 449408 w 574179"/>
              <a:gd name="connsiteY4" fmla="*/ 262305 h 356903"/>
              <a:gd name="connsiteX5" fmla="*/ 449408 w 574179"/>
              <a:gd name="connsiteY5" fmla="*/ 284665 h 356903"/>
              <a:gd name="connsiteX6" fmla="*/ 472641 w 574179"/>
              <a:gd name="connsiteY6" fmla="*/ 284665 h 356903"/>
              <a:gd name="connsiteX7" fmla="*/ 472641 w 574179"/>
              <a:gd name="connsiteY7" fmla="*/ 262305 h 356903"/>
              <a:gd name="connsiteX8" fmla="*/ 101538 w 574179"/>
              <a:gd name="connsiteY8" fmla="*/ 262305 h 356903"/>
              <a:gd name="connsiteX9" fmla="*/ 101538 w 574179"/>
              <a:gd name="connsiteY9" fmla="*/ 284665 h 356903"/>
              <a:gd name="connsiteX10" fmla="*/ 124771 w 574179"/>
              <a:gd name="connsiteY10" fmla="*/ 284665 h 356903"/>
              <a:gd name="connsiteX11" fmla="*/ 124771 w 574179"/>
              <a:gd name="connsiteY11" fmla="*/ 262305 h 356903"/>
              <a:gd name="connsiteX12" fmla="*/ 61095 w 574179"/>
              <a:gd name="connsiteY12" fmla="*/ 262305 h 356903"/>
              <a:gd name="connsiteX13" fmla="*/ 61095 w 574179"/>
              <a:gd name="connsiteY13" fmla="*/ 284665 h 356903"/>
              <a:gd name="connsiteX14" fmla="*/ 84328 w 574179"/>
              <a:gd name="connsiteY14" fmla="*/ 284665 h 356903"/>
              <a:gd name="connsiteX15" fmla="*/ 84328 w 574179"/>
              <a:gd name="connsiteY15" fmla="*/ 262305 h 356903"/>
              <a:gd name="connsiteX16" fmla="*/ 489851 w 574179"/>
              <a:gd name="connsiteY16" fmla="*/ 221026 h 356903"/>
              <a:gd name="connsiteX17" fmla="*/ 489851 w 574179"/>
              <a:gd name="connsiteY17" fmla="*/ 244245 h 356903"/>
              <a:gd name="connsiteX18" fmla="*/ 513084 w 574179"/>
              <a:gd name="connsiteY18" fmla="*/ 244245 h 356903"/>
              <a:gd name="connsiteX19" fmla="*/ 513084 w 574179"/>
              <a:gd name="connsiteY19" fmla="*/ 221026 h 356903"/>
              <a:gd name="connsiteX20" fmla="*/ 449408 w 574179"/>
              <a:gd name="connsiteY20" fmla="*/ 221026 h 356903"/>
              <a:gd name="connsiteX21" fmla="*/ 449408 w 574179"/>
              <a:gd name="connsiteY21" fmla="*/ 244245 h 356903"/>
              <a:gd name="connsiteX22" fmla="*/ 472641 w 574179"/>
              <a:gd name="connsiteY22" fmla="*/ 244245 h 356903"/>
              <a:gd name="connsiteX23" fmla="*/ 472641 w 574179"/>
              <a:gd name="connsiteY23" fmla="*/ 221026 h 356903"/>
              <a:gd name="connsiteX24" fmla="*/ 101538 w 574179"/>
              <a:gd name="connsiteY24" fmla="*/ 221026 h 356903"/>
              <a:gd name="connsiteX25" fmla="*/ 101538 w 574179"/>
              <a:gd name="connsiteY25" fmla="*/ 244245 h 356903"/>
              <a:gd name="connsiteX26" fmla="*/ 124771 w 574179"/>
              <a:gd name="connsiteY26" fmla="*/ 244245 h 356903"/>
              <a:gd name="connsiteX27" fmla="*/ 124771 w 574179"/>
              <a:gd name="connsiteY27" fmla="*/ 221026 h 356903"/>
              <a:gd name="connsiteX28" fmla="*/ 61095 w 574179"/>
              <a:gd name="connsiteY28" fmla="*/ 221026 h 356903"/>
              <a:gd name="connsiteX29" fmla="*/ 61095 w 574179"/>
              <a:gd name="connsiteY29" fmla="*/ 244245 h 356903"/>
              <a:gd name="connsiteX30" fmla="*/ 84328 w 574179"/>
              <a:gd name="connsiteY30" fmla="*/ 244245 h 356903"/>
              <a:gd name="connsiteX31" fmla="*/ 84328 w 574179"/>
              <a:gd name="connsiteY31" fmla="*/ 221026 h 356903"/>
              <a:gd name="connsiteX32" fmla="*/ 359836 w 574179"/>
              <a:gd name="connsiteY32" fmla="*/ 178022 h 356903"/>
              <a:gd name="connsiteX33" fmla="*/ 359836 w 574179"/>
              <a:gd name="connsiteY33" fmla="*/ 201242 h 356903"/>
              <a:gd name="connsiteX34" fmla="*/ 382220 w 574179"/>
              <a:gd name="connsiteY34" fmla="*/ 201242 h 356903"/>
              <a:gd name="connsiteX35" fmla="*/ 382220 w 574179"/>
              <a:gd name="connsiteY35" fmla="*/ 178022 h 356903"/>
              <a:gd name="connsiteX36" fmla="*/ 318512 w 574179"/>
              <a:gd name="connsiteY36" fmla="*/ 178022 h 356903"/>
              <a:gd name="connsiteX37" fmla="*/ 318512 w 574179"/>
              <a:gd name="connsiteY37" fmla="*/ 201242 h 356903"/>
              <a:gd name="connsiteX38" fmla="*/ 341757 w 574179"/>
              <a:gd name="connsiteY38" fmla="*/ 201242 h 356903"/>
              <a:gd name="connsiteX39" fmla="*/ 341757 w 574179"/>
              <a:gd name="connsiteY39" fmla="*/ 178022 h 356903"/>
              <a:gd name="connsiteX40" fmla="*/ 231561 w 574179"/>
              <a:gd name="connsiteY40" fmla="*/ 178022 h 356903"/>
              <a:gd name="connsiteX41" fmla="*/ 231561 w 574179"/>
              <a:gd name="connsiteY41" fmla="*/ 201242 h 356903"/>
              <a:gd name="connsiteX42" fmla="*/ 254805 w 574179"/>
              <a:gd name="connsiteY42" fmla="*/ 201242 h 356903"/>
              <a:gd name="connsiteX43" fmla="*/ 254805 w 574179"/>
              <a:gd name="connsiteY43" fmla="*/ 178022 h 356903"/>
              <a:gd name="connsiteX44" fmla="*/ 191098 w 574179"/>
              <a:gd name="connsiteY44" fmla="*/ 178022 h 356903"/>
              <a:gd name="connsiteX45" fmla="*/ 191098 w 574179"/>
              <a:gd name="connsiteY45" fmla="*/ 201242 h 356903"/>
              <a:gd name="connsiteX46" fmla="*/ 214342 w 574179"/>
              <a:gd name="connsiteY46" fmla="*/ 201242 h 356903"/>
              <a:gd name="connsiteX47" fmla="*/ 214342 w 574179"/>
              <a:gd name="connsiteY47" fmla="*/ 178022 h 356903"/>
              <a:gd name="connsiteX48" fmla="*/ 359836 w 574179"/>
              <a:gd name="connsiteY48" fmla="*/ 137601 h 356903"/>
              <a:gd name="connsiteX49" fmla="*/ 359836 w 574179"/>
              <a:gd name="connsiteY49" fmla="*/ 160822 h 356903"/>
              <a:gd name="connsiteX50" fmla="*/ 382220 w 574179"/>
              <a:gd name="connsiteY50" fmla="*/ 160822 h 356903"/>
              <a:gd name="connsiteX51" fmla="*/ 382220 w 574179"/>
              <a:gd name="connsiteY51" fmla="*/ 137601 h 356903"/>
              <a:gd name="connsiteX52" fmla="*/ 318512 w 574179"/>
              <a:gd name="connsiteY52" fmla="*/ 137601 h 356903"/>
              <a:gd name="connsiteX53" fmla="*/ 318512 w 574179"/>
              <a:gd name="connsiteY53" fmla="*/ 160822 h 356903"/>
              <a:gd name="connsiteX54" fmla="*/ 341757 w 574179"/>
              <a:gd name="connsiteY54" fmla="*/ 160822 h 356903"/>
              <a:gd name="connsiteX55" fmla="*/ 341757 w 574179"/>
              <a:gd name="connsiteY55" fmla="*/ 137601 h 356903"/>
              <a:gd name="connsiteX56" fmla="*/ 231561 w 574179"/>
              <a:gd name="connsiteY56" fmla="*/ 137601 h 356903"/>
              <a:gd name="connsiteX57" fmla="*/ 231561 w 574179"/>
              <a:gd name="connsiteY57" fmla="*/ 160822 h 356903"/>
              <a:gd name="connsiteX58" fmla="*/ 254805 w 574179"/>
              <a:gd name="connsiteY58" fmla="*/ 160822 h 356903"/>
              <a:gd name="connsiteX59" fmla="*/ 254805 w 574179"/>
              <a:gd name="connsiteY59" fmla="*/ 137601 h 356903"/>
              <a:gd name="connsiteX60" fmla="*/ 191098 w 574179"/>
              <a:gd name="connsiteY60" fmla="*/ 137601 h 356903"/>
              <a:gd name="connsiteX61" fmla="*/ 191098 w 574179"/>
              <a:gd name="connsiteY61" fmla="*/ 160822 h 356903"/>
              <a:gd name="connsiteX62" fmla="*/ 214342 w 574179"/>
              <a:gd name="connsiteY62" fmla="*/ 160822 h 356903"/>
              <a:gd name="connsiteX63" fmla="*/ 214342 w 574179"/>
              <a:gd name="connsiteY63" fmla="*/ 137601 h 356903"/>
              <a:gd name="connsiteX64" fmla="*/ 434779 w 574179"/>
              <a:gd name="connsiteY64" fmla="*/ 127287 h 356903"/>
              <a:gd name="connsiteX65" fmla="*/ 525992 w 574179"/>
              <a:gd name="connsiteY65" fmla="*/ 127287 h 356903"/>
              <a:gd name="connsiteX66" fmla="*/ 574179 w 574179"/>
              <a:gd name="connsiteY66" fmla="*/ 165987 h 356903"/>
              <a:gd name="connsiteX67" fmla="*/ 547504 w 574179"/>
              <a:gd name="connsiteY67" fmla="*/ 165987 h 356903"/>
              <a:gd name="connsiteX68" fmla="*/ 547504 w 574179"/>
              <a:gd name="connsiteY68" fmla="*/ 356903 h 356903"/>
              <a:gd name="connsiteX69" fmla="*/ 434779 w 574179"/>
              <a:gd name="connsiteY69" fmla="*/ 356903 h 356903"/>
              <a:gd name="connsiteX70" fmla="*/ 47327 w 574179"/>
              <a:gd name="connsiteY70" fmla="*/ 127287 h 356903"/>
              <a:gd name="connsiteX71" fmla="*/ 139400 w 574179"/>
              <a:gd name="connsiteY71" fmla="*/ 127287 h 356903"/>
              <a:gd name="connsiteX72" fmla="*/ 139400 w 574179"/>
              <a:gd name="connsiteY72" fmla="*/ 356903 h 356903"/>
              <a:gd name="connsiteX73" fmla="*/ 25815 w 574179"/>
              <a:gd name="connsiteY73" fmla="*/ 356903 h 356903"/>
              <a:gd name="connsiteX74" fmla="*/ 25815 w 574179"/>
              <a:gd name="connsiteY74" fmla="*/ 165987 h 356903"/>
              <a:gd name="connsiteX75" fmla="*/ 0 w 574179"/>
              <a:gd name="connsiteY75" fmla="*/ 165987 h 356903"/>
              <a:gd name="connsiteX76" fmla="*/ 191098 w 574179"/>
              <a:gd name="connsiteY76" fmla="*/ 0 h 356903"/>
              <a:gd name="connsiteX77" fmla="*/ 194542 w 574179"/>
              <a:gd name="connsiteY77" fmla="*/ 0 h 356903"/>
              <a:gd name="connsiteX78" fmla="*/ 194542 w 574179"/>
              <a:gd name="connsiteY78" fmla="*/ 5160 h 356903"/>
              <a:gd name="connsiteX79" fmla="*/ 214342 w 574179"/>
              <a:gd name="connsiteY79" fmla="*/ 12040 h 356903"/>
              <a:gd name="connsiteX80" fmla="*/ 214342 w 574179"/>
              <a:gd name="connsiteY80" fmla="*/ 29241 h 356903"/>
              <a:gd name="connsiteX81" fmla="*/ 194542 w 574179"/>
              <a:gd name="connsiteY81" fmla="*/ 21500 h 356903"/>
              <a:gd name="connsiteX82" fmla="*/ 194542 w 574179"/>
              <a:gd name="connsiteY82" fmla="*/ 57621 h 356903"/>
              <a:gd name="connsiteX83" fmla="*/ 358975 w 574179"/>
              <a:gd name="connsiteY83" fmla="*/ 57621 h 356903"/>
              <a:gd name="connsiteX84" fmla="*/ 358975 w 574179"/>
              <a:gd name="connsiteY84" fmla="*/ 17200 h 356903"/>
              <a:gd name="connsiteX85" fmla="*/ 358975 w 574179"/>
              <a:gd name="connsiteY85" fmla="*/ 0 h 356903"/>
              <a:gd name="connsiteX86" fmla="*/ 362419 w 574179"/>
              <a:gd name="connsiteY86" fmla="*/ 0 h 356903"/>
              <a:gd name="connsiteX87" fmla="*/ 362419 w 574179"/>
              <a:gd name="connsiteY87" fmla="*/ 5160 h 356903"/>
              <a:gd name="connsiteX88" fmla="*/ 383081 w 574179"/>
              <a:gd name="connsiteY88" fmla="*/ 12040 h 356903"/>
              <a:gd name="connsiteX89" fmla="*/ 383081 w 574179"/>
              <a:gd name="connsiteY89" fmla="*/ 29241 h 356903"/>
              <a:gd name="connsiteX90" fmla="*/ 362419 w 574179"/>
              <a:gd name="connsiteY90" fmla="*/ 21500 h 356903"/>
              <a:gd name="connsiteX91" fmla="*/ 362419 w 574179"/>
              <a:gd name="connsiteY91" fmla="*/ 57621 h 356903"/>
              <a:gd name="connsiteX92" fmla="*/ 417517 w 574179"/>
              <a:gd name="connsiteY92" fmla="*/ 57621 h 356903"/>
              <a:gd name="connsiteX93" fmla="*/ 443344 w 574179"/>
              <a:gd name="connsiteY93" fmla="*/ 96321 h 356903"/>
              <a:gd name="connsiteX94" fmla="*/ 417517 w 574179"/>
              <a:gd name="connsiteY94" fmla="*/ 96321 h 356903"/>
              <a:gd name="connsiteX95" fmla="*/ 417517 w 574179"/>
              <a:gd name="connsiteY95" fmla="*/ 356903 h 356903"/>
              <a:gd name="connsiteX96" fmla="*/ 318512 w 574179"/>
              <a:gd name="connsiteY96" fmla="*/ 356903 h 356903"/>
              <a:gd name="connsiteX97" fmla="*/ 318512 w 574179"/>
              <a:gd name="connsiteY97" fmla="*/ 278643 h 356903"/>
              <a:gd name="connsiteX98" fmla="*/ 254805 w 574179"/>
              <a:gd name="connsiteY98" fmla="*/ 278643 h 356903"/>
              <a:gd name="connsiteX99" fmla="*/ 254805 w 574179"/>
              <a:gd name="connsiteY99" fmla="*/ 356903 h 356903"/>
              <a:gd name="connsiteX100" fmla="*/ 156662 w 574179"/>
              <a:gd name="connsiteY100" fmla="*/ 356903 h 356903"/>
              <a:gd name="connsiteX101" fmla="*/ 156662 w 574179"/>
              <a:gd name="connsiteY101" fmla="*/ 96321 h 356903"/>
              <a:gd name="connsiteX102" fmla="*/ 130834 w 574179"/>
              <a:gd name="connsiteY102" fmla="*/ 96321 h 356903"/>
              <a:gd name="connsiteX103" fmla="*/ 156662 w 574179"/>
              <a:gd name="connsiteY103" fmla="*/ 57621 h 356903"/>
              <a:gd name="connsiteX104" fmla="*/ 191098 w 574179"/>
              <a:gd name="connsiteY104" fmla="*/ 57621 h 356903"/>
              <a:gd name="connsiteX105" fmla="*/ 191098 w 574179"/>
              <a:gd name="connsiteY105" fmla="*/ 17200 h 356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574179" h="356903">
                <a:moveTo>
                  <a:pt x="489851" y="262305"/>
                </a:moveTo>
                <a:lnTo>
                  <a:pt x="489851" y="284665"/>
                </a:lnTo>
                <a:lnTo>
                  <a:pt x="513084" y="284665"/>
                </a:lnTo>
                <a:lnTo>
                  <a:pt x="513084" y="262305"/>
                </a:lnTo>
                <a:close/>
                <a:moveTo>
                  <a:pt x="449408" y="262305"/>
                </a:moveTo>
                <a:lnTo>
                  <a:pt x="449408" y="284665"/>
                </a:lnTo>
                <a:lnTo>
                  <a:pt x="472641" y="284665"/>
                </a:lnTo>
                <a:lnTo>
                  <a:pt x="472641" y="262305"/>
                </a:lnTo>
                <a:close/>
                <a:moveTo>
                  <a:pt x="101538" y="262305"/>
                </a:moveTo>
                <a:lnTo>
                  <a:pt x="101538" y="284665"/>
                </a:lnTo>
                <a:lnTo>
                  <a:pt x="124771" y="284665"/>
                </a:lnTo>
                <a:lnTo>
                  <a:pt x="124771" y="262305"/>
                </a:lnTo>
                <a:close/>
                <a:moveTo>
                  <a:pt x="61095" y="262305"/>
                </a:moveTo>
                <a:lnTo>
                  <a:pt x="61095" y="284665"/>
                </a:lnTo>
                <a:lnTo>
                  <a:pt x="84328" y="284665"/>
                </a:lnTo>
                <a:lnTo>
                  <a:pt x="84328" y="262305"/>
                </a:lnTo>
                <a:close/>
                <a:moveTo>
                  <a:pt x="489851" y="221026"/>
                </a:moveTo>
                <a:lnTo>
                  <a:pt x="489851" y="244245"/>
                </a:lnTo>
                <a:lnTo>
                  <a:pt x="513084" y="244245"/>
                </a:lnTo>
                <a:lnTo>
                  <a:pt x="513084" y="221026"/>
                </a:lnTo>
                <a:close/>
                <a:moveTo>
                  <a:pt x="449408" y="221026"/>
                </a:moveTo>
                <a:lnTo>
                  <a:pt x="449408" y="244245"/>
                </a:lnTo>
                <a:lnTo>
                  <a:pt x="472641" y="244245"/>
                </a:lnTo>
                <a:lnTo>
                  <a:pt x="472641" y="221026"/>
                </a:lnTo>
                <a:close/>
                <a:moveTo>
                  <a:pt x="101538" y="221026"/>
                </a:moveTo>
                <a:lnTo>
                  <a:pt x="101538" y="244245"/>
                </a:lnTo>
                <a:lnTo>
                  <a:pt x="124771" y="244245"/>
                </a:lnTo>
                <a:lnTo>
                  <a:pt x="124771" y="221026"/>
                </a:lnTo>
                <a:close/>
                <a:moveTo>
                  <a:pt x="61095" y="221026"/>
                </a:moveTo>
                <a:lnTo>
                  <a:pt x="61095" y="244245"/>
                </a:lnTo>
                <a:lnTo>
                  <a:pt x="84328" y="244245"/>
                </a:lnTo>
                <a:lnTo>
                  <a:pt x="84328" y="221026"/>
                </a:lnTo>
                <a:close/>
                <a:moveTo>
                  <a:pt x="359836" y="178022"/>
                </a:moveTo>
                <a:lnTo>
                  <a:pt x="359836" y="201242"/>
                </a:lnTo>
                <a:lnTo>
                  <a:pt x="382220" y="201242"/>
                </a:lnTo>
                <a:lnTo>
                  <a:pt x="382220" y="178022"/>
                </a:lnTo>
                <a:close/>
                <a:moveTo>
                  <a:pt x="318512" y="178022"/>
                </a:moveTo>
                <a:lnTo>
                  <a:pt x="318512" y="201242"/>
                </a:lnTo>
                <a:lnTo>
                  <a:pt x="341757" y="201242"/>
                </a:lnTo>
                <a:lnTo>
                  <a:pt x="341757" y="178022"/>
                </a:lnTo>
                <a:close/>
                <a:moveTo>
                  <a:pt x="231561" y="178022"/>
                </a:moveTo>
                <a:lnTo>
                  <a:pt x="231561" y="201242"/>
                </a:lnTo>
                <a:lnTo>
                  <a:pt x="254805" y="201242"/>
                </a:lnTo>
                <a:lnTo>
                  <a:pt x="254805" y="178022"/>
                </a:lnTo>
                <a:close/>
                <a:moveTo>
                  <a:pt x="191098" y="178022"/>
                </a:moveTo>
                <a:lnTo>
                  <a:pt x="191098" y="201242"/>
                </a:lnTo>
                <a:lnTo>
                  <a:pt x="214342" y="201242"/>
                </a:lnTo>
                <a:lnTo>
                  <a:pt x="214342" y="178022"/>
                </a:lnTo>
                <a:close/>
                <a:moveTo>
                  <a:pt x="359836" y="137601"/>
                </a:moveTo>
                <a:lnTo>
                  <a:pt x="359836" y="160822"/>
                </a:lnTo>
                <a:lnTo>
                  <a:pt x="382220" y="160822"/>
                </a:lnTo>
                <a:lnTo>
                  <a:pt x="382220" y="137601"/>
                </a:lnTo>
                <a:close/>
                <a:moveTo>
                  <a:pt x="318512" y="137601"/>
                </a:moveTo>
                <a:lnTo>
                  <a:pt x="318512" y="160822"/>
                </a:lnTo>
                <a:lnTo>
                  <a:pt x="341757" y="160822"/>
                </a:lnTo>
                <a:lnTo>
                  <a:pt x="341757" y="137601"/>
                </a:lnTo>
                <a:close/>
                <a:moveTo>
                  <a:pt x="231561" y="137601"/>
                </a:moveTo>
                <a:lnTo>
                  <a:pt x="231561" y="160822"/>
                </a:lnTo>
                <a:lnTo>
                  <a:pt x="254805" y="160822"/>
                </a:lnTo>
                <a:lnTo>
                  <a:pt x="254805" y="137601"/>
                </a:lnTo>
                <a:close/>
                <a:moveTo>
                  <a:pt x="191098" y="137601"/>
                </a:moveTo>
                <a:lnTo>
                  <a:pt x="191098" y="160822"/>
                </a:lnTo>
                <a:lnTo>
                  <a:pt x="214342" y="160822"/>
                </a:lnTo>
                <a:lnTo>
                  <a:pt x="214342" y="137601"/>
                </a:lnTo>
                <a:close/>
                <a:moveTo>
                  <a:pt x="434779" y="127287"/>
                </a:moveTo>
                <a:lnTo>
                  <a:pt x="525992" y="127287"/>
                </a:lnTo>
                <a:lnTo>
                  <a:pt x="574179" y="165987"/>
                </a:lnTo>
                <a:lnTo>
                  <a:pt x="547504" y="165987"/>
                </a:lnTo>
                <a:lnTo>
                  <a:pt x="547504" y="356903"/>
                </a:lnTo>
                <a:lnTo>
                  <a:pt x="434779" y="356903"/>
                </a:lnTo>
                <a:close/>
                <a:moveTo>
                  <a:pt x="47327" y="127287"/>
                </a:moveTo>
                <a:lnTo>
                  <a:pt x="139400" y="127287"/>
                </a:lnTo>
                <a:lnTo>
                  <a:pt x="139400" y="356903"/>
                </a:lnTo>
                <a:lnTo>
                  <a:pt x="25815" y="356903"/>
                </a:lnTo>
                <a:lnTo>
                  <a:pt x="25815" y="165987"/>
                </a:lnTo>
                <a:lnTo>
                  <a:pt x="0" y="165987"/>
                </a:lnTo>
                <a:close/>
                <a:moveTo>
                  <a:pt x="191098" y="0"/>
                </a:moveTo>
                <a:lnTo>
                  <a:pt x="194542" y="0"/>
                </a:lnTo>
                <a:lnTo>
                  <a:pt x="194542" y="5160"/>
                </a:lnTo>
                <a:cubicBezTo>
                  <a:pt x="201429" y="11180"/>
                  <a:pt x="208316" y="-2580"/>
                  <a:pt x="214342" y="12040"/>
                </a:cubicBezTo>
                <a:lnTo>
                  <a:pt x="214342" y="29241"/>
                </a:lnTo>
                <a:cubicBezTo>
                  <a:pt x="208316" y="14620"/>
                  <a:pt x="201429" y="27521"/>
                  <a:pt x="194542" y="21500"/>
                </a:cubicBezTo>
                <a:lnTo>
                  <a:pt x="194542" y="57621"/>
                </a:lnTo>
                <a:lnTo>
                  <a:pt x="358975" y="57621"/>
                </a:lnTo>
                <a:lnTo>
                  <a:pt x="358975" y="17200"/>
                </a:lnTo>
                <a:lnTo>
                  <a:pt x="358975" y="0"/>
                </a:lnTo>
                <a:lnTo>
                  <a:pt x="362419" y="0"/>
                </a:lnTo>
                <a:lnTo>
                  <a:pt x="362419" y="5160"/>
                </a:lnTo>
                <a:cubicBezTo>
                  <a:pt x="369306" y="11180"/>
                  <a:pt x="376193" y="-2580"/>
                  <a:pt x="383081" y="12040"/>
                </a:cubicBezTo>
                <a:lnTo>
                  <a:pt x="383081" y="29241"/>
                </a:lnTo>
                <a:cubicBezTo>
                  <a:pt x="376193" y="14620"/>
                  <a:pt x="369306" y="27521"/>
                  <a:pt x="362419" y="21500"/>
                </a:cubicBezTo>
                <a:lnTo>
                  <a:pt x="362419" y="57621"/>
                </a:lnTo>
                <a:lnTo>
                  <a:pt x="417517" y="57621"/>
                </a:lnTo>
                <a:lnTo>
                  <a:pt x="443344" y="96321"/>
                </a:lnTo>
                <a:lnTo>
                  <a:pt x="417517" y="96321"/>
                </a:lnTo>
                <a:lnTo>
                  <a:pt x="417517" y="356903"/>
                </a:lnTo>
                <a:lnTo>
                  <a:pt x="318512" y="356903"/>
                </a:lnTo>
                <a:lnTo>
                  <a:pt x="318512" y="278643"/>
                </a:lnTo>
                <a:lnTo>
                  <a:pt x="254805" y="278643"/>
                </a:lnTo>
                <a:lnTo>
                  <a:pt x="254805" y="356903"/>
                </a:lnTo>
                <a:lnTo>
                  <a:pt x="156662" y="356903"/>
                </a:lnTo>
                <a:lnTo>
                  <a:pt x="156662" y="96321"/>
                </a:lnTo>
                <a:lnTo>
                  <a:pt x="130834" y="96321"/>
                </a:lnTo>
                <a:lnTo>
                  <a:pt x="156662" y="57621"/>
                </a:lnTo>
                <a:lnTo>
                  <a:pt x="191098" y="57621"/>
                </a:lnTo>
                <a:lnTo>
                  <a:pt x="191098" y="17200"/>
                </a:lnTo>
                <a:close/>
              </a:path>
            </a:pathLst>
          </a:custGeom>
          <a:solidFill>
            <a:srgbClr val="1A3F6C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solidFill>
                <a:schemeClr val="accent1"/>
              </a:solidFill>
              <a:ea typeface="字魂59号-创粗黑" panose="00000500000000000000" charset="-122"/>
            </a:endParaRPr>
          </a:p>
        </p:txBody>
      </p:sp>
      <p:sp>
        <p:nvSpPr>
          <p:cNvPr id="16" name="TextBox 6"/>
          <p:cNvSpPr txBox="1"/>
          <p:nvPr/>
        </p:nvSpPr>
        <p:spPr>
          <a:xfrm>
            <a:off x="6946807" y="834277"/>
            <a:ext cx="4409255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6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8" name="Oval 10"/>
          <p:cNvSpPr>
            <a:spLocks noChangeArrowheads="1"/>
          </p:cNvSpPr>
          <p:nvPr/>
        </p:nvSpPr>
        <p:spPr bwMode="auto">
          <a:xfrm>
            <a:off x="6437332" y="1181097"/>
            <a:ext cx="463217" cy="463217"/>
          </a:xfrm>
          <a:prstGeom prst="ellipse">
            <a:avLst/>
          </a:prstGeom>
          <a:solidFill>
            <a:srgbClr val="1A3F6C"/>
          </a:solidFill>
          <a:ln w="19050"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392" tIns="45696" rIns="91392" bIns="45696" numCol="1" anchor="t" anchorCtr="0" compatLnSpc="1"/>
          <a:lstStyle/>
          <a:p>
            <a:pPr algn="ctr"/>
            <a:r>
              <a:rPr lang="en-US" altLang="zh-CN" sz="1600" dirty="0">
                <a:solidFill>
                  <a:srgbClr val="F8F8F8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1</a:t>
            </a:r>
            <a:endParaRPr lang="zh-CN" altLang="en-US" sz="1600" dirty="0">
              <a:solidFill>
                <a:srgbClr val="F8F8F8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0" name="TextBox 6"/>
          <p:cNvSpPr txBox="1"/>
          <p:nvPr/>
        </p:nvSpPr>
        <p:spPr>
          <a:xfrm>
            <a:off x="6946807" y="2216841"/>
            <a:ext cx="4409255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6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6437332" y="2563661"/>
            <a:ext cx="463217" cy="463217"/>
          </a:xfrm>
          <a:prstGeom prst="ellipse">
            <a:avLst/>
          </a:prstGeom>
          <a:solidFill>
            <a:srgbClr val="F8BC49"/>
          </a:solidFill>
          <a:ln w="19050"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392" tIns="45696" rIns="91392" bIns="45696" numCol="1" anchor="t" anchorCtr="0" compatLnSpc="1"/>
          <a:lstStyle/>
          <a:p>
            <a:pPr algn="ctr"/>
            <a:r>
              <a:rPr lang="en-US" altLang="zh-CN" sz="1600" dirty="0">
                <a:solidFill>
                  <a:srgbClr val="F8F8F8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2</a:t>
            </a:r>
            <a:endParaRPr lang="zh-CN" altLang="en-US" sz="1600" dirty="0">
              <a:solidFill>
                <a:srgbClr val="F8F8F8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2" name="TextBox 6"/>
          <p:cNvSpPr txBox="1"/>
          <p:nvPr/>
        </p:nvSpPr>
        <p:spPr>
          <a:xfrm>
            <a:off x="6946807" y="3517167"/>
            <a:ext cx="4409255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6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3" name="Oval 10"/>
          <p:cNvSpPr>
            <a:spLocks noChangeArrowheads="1"/>
          </p:cNvSpPr>
          <p:nvPr/>
        </p:nvSpPr>
        <p:spPr bwMode="auto">
          <a:xfrm>
            <a:off x="6437332" y="3863987"/>
            <a:ext cx="463217" cy="463217"/>
          </a:xfrm>
          <a:prstGeom prst="ellipse">
            <a:avLst/>
          </a:prstGeom>
          <a:solidFill>
            <a:srgbClr val="1A3F6C"/>
          </a:solidFill>
          <a:ln w="19050"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392" tIns="45696" rIns="91392" bIns="45696" numCol="1" anchor="t" anchorCtr="0" compatLnSpc="1"/>
          <a:lstStyle/>
          <a:p>
            <a:pPr algn="ctr"/>
            <a:r>
              <a:rPr lang="en-US" altLang="zh-CN" sz="1600" dirty="0">
                <a:solidFill>
                  <a:srgbClr val="F8F8F8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3</a:t>
            </a:r>
            <a:endParaRPr lang="zh-CN" altLang="en-US" sz="1600" dirty="0">
              <a:solidFill>
                <a:srgbClr val="F8F8F8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4" name="TextBox 6"/>
          <p:cNvSpPr txBox="1"/>
          <p:nvPr/>
        </p:nvSpPr>
        <p:spPr>
          <a:xfrm>
            <a:off x="6946807" y="4817493"/>
            <a:ext cx="4409255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6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5" name="Oval 10"/>
          <p:cNvSpPr>
            <a:spLocks noChangeArrowheads="1"/>
          </p:cNvSpPr>
          <p:nvPr/>
        </p:nvSpPr>
        <p:spPr bwMode="auto">
          <a:xfrm>
            <a:off x="6437332" y="5164313"/>
            <a:ext cx="463217" cy="463217"/>
          </a:xfrm>
          <a:prstGeom prst="ellipse">
            <a:avLst/>
          </a:prstGeom>
          <a:solidFill>
            <a:srgbClr val="F8BC49"/>
          </a:solidFill>
          <a:ln w="19050"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392" tIns="45696" rIns="91392" bIns="45696" numCol="1" anchor="t" anchorCtr="0" compatLnSpc="1"/>
          <a:lstStyle/>
          <a:p>
            <a:pPr algn="ctr"/>
            <a:r>
              <a:rPr lang="en-US" altLang="zh-CN" sz="1600" dirty="0">
                <a:solidFill>
                  <a:srgbClr val="F8F8F8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4</a:t>
            </a:r>
            <a:endParaRPr lang="zh-CN" altLang="en-US" sz="1600" dirty="0">
              <a:solidFill>
                <a:srgbClr val="F8F8F8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26" grpId="0" animBg="1"/>
      <p:bldP spid="16" grpId="0"/>
      <p:bldP spid="18" grpId="0" animBg="1"/>
      <p:bldP spid="20" grpId="0"/>
      <p:bldP spid="21" grpId="0" animBg="1"/>
      <p:bldP spid="22" grpId="0"/>
      <p:bldP spid="23" grpId="0" animBg="1"/>
      <p:bldP spid="24" grpId="0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4173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国外研究现状综述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68488" y="919539"/>
            <a:ext cx="435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Guo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Wai Yan Jiu Xian </a:t>
            </a:r>
            <a:r>
              <a:rPr kumimoji="0" lang="en-US" altLang="zh-CN" sz="1800" b="0" i="0" u="none" strike="noStrike" kern="1200" cap="none" spc="120" normalizeH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Zhuan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120" normalizeH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Zong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Shu</a:t>
            </a:r>
            <a:endParaRPr kumimoji="0" lang="zh-CN" altLang="en-US" sz="1800" b="0" i="0" u="none" strike="noStrike" kern="1200" cap="none" spc="120" normalizeH="0" baseline="0" noProof="0" dirty="0">
              <a:ln>
                <a:noFill/>
              </a:ln>
              <a:solidFill>
                <a:srgbClr val="2A3A4A"/>
              </a:solidFill>
              <a:effectLst/>
              <a:uLnTx/>
              <a:uFillTx/>
              <a:latin typeface="字魂59号-创粗黑" panose="00000500000000000000" charset="-122"/>
              <a:ea typeface="字魂59号-创粗黑" panose="00000500000000000000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50788" y="1730504"/>
            <a:ext cx="2707454" cy="2711710"/>
            <a:chOff x="1452403" y="1832669"/>
            <a:chExt cx="2707454" cy="2711710"/>
          </a:xfrm>
        </p:grpSpPr>
        <p:grpSp>
          <p:nvGrpSpPr>
            <p:cNvPr id="5" name="组合 4"/>
            <p:cNvGrpSpPr/>
            <p:nvPr/>
          </p:nvGrpSpPr>
          <p:grpSpPr>
            <a:xfrm>
              <a:off x="1452403" y="1832669"/>
              <a:ext cx="2707454" cy="2711710"/>
              <a:chOff x="1393278" y="1580877"/>
              <a:chExt cx="2707454" cy="2711710"/>
            </a:xfrm>
          </p:grpSpPr>
          <p:sp>
            <p:nvSpPr>
              <p:cNvPr id="8" name="Oval 5"/>
              <p:cNvSpPr>
                <a:spLocks noChangeArrowheads="1"/>
              </p:cNvSpPr>
              <p:nvPr/>
            </p:nvSpPr>
            <p:spPr bwMode="auto">
              <a:xfrm>
                <a:off x="1393278" y="1580877"/>
                <a:ext cx="2707454" cy="2711710"/>
              </a:xfrm>
              <a:prstGeom prst="ellipse">
                <a:avLst/>
              </a:prstGeom>
              <a:solidFill>
                <a:srgbClr val="1A3F6C"/>
              </a:solidFill>
              <a:ln w="3810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  <p:sp>
            <p:nvSpPr>
              <p:cNvPr id="9" name="Oval 6"/>
              <p:cNvSpPr>
                <a:spLocks noChangeArrowheads="1"/>
              </p:cNvSpPr>
              <p:nvPr/>
            </p:nvSpPr>
            <p:spPr bwMode="auto">
              <a:xfrm>
                <a:off x="1474163" y="1661762"/>
                <a:ext cx="2545689" cy="2549944"/>
              </a:xfrm>
              <a:prstGeom prst="ellipse">
                <a:avLst/>
              </a:prstGeom>
              <a:noFill/>
              <a:ln w="3175" cap="flat">
                <a:solidFill>
                  <a:srgbClr val="FEFEFE"/>
                </a:solidFill>
                <a:prstDash val="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1790467" y="2992571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澳大利亚</a:t>
              </a:r>
              <a:endParaRPr lang="zh-CN" altLang="en-US" sz="36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406019" y="2326966"/>
              <a:ext cx="78739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01</a:t>
              </a:r>
              <a:endParaRPr lang="zh-CN" altLang="en-US" sz="4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762529" y="1730503"/>
            <a:ext cx="2703198" cy="2711712"/>
            <a:chOff x="4664144" y="1832668"/>
            <a:chExt cx="2703198" cy="2711712"/>
          </a:xfrm>
        </p:grpSpPr>
        <p:grpSp>
          <p:nvGrpSpPr>
            <p:cNvPr id="11" name="组合 10"/>
            <p:cNvGrpSpPr/>
            <p:nvPr/>
          </p:nvGrpSpPr>
          <p:grpSpPr>
            <a:xfrm>
              <a:off x="4664144" y="1832668"/>
              <a:ext cx="2703198" cy="2711712"/>
              <a:chOff x="4605019" y="1580876"/>
              <a:chExt cx="2703198" cy="2711712"/>
            </a:xfrm>
          </p:grpSpPr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4605019" y="1580876"/>
                <a:ext cx="2703198" cy="2711712"/>
              </a:xfrm>
              <a:prstGeom prst="ellipse">
                <a:avLst/>
              </a:prstGeom>
              <a:solidFill>
                <a:srgbClr val="F8BC49"/>
              </a:solidFill>
              <a:ln w="3810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4681644" y="1661761"/>
                <a:ext cx="2545688" cy="2549946"/>
              </a:xfrm>
              <a:prstGeom prst="ellipse">
                <a:avLst/>
              </a:prstGeom>
              <a:noFill/>
              <a:ln w="3175" cap="flat">
                <a:solidFill>
                  <a:srgbClr val="FEFEFE"/>
                </a:solidFill>
                <a:prstDash val="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5075752" y="2994179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北欧国家</a:t>
              </a:r>
              <a:endParaRPr lang="zh-CN" altLang="en-US" sz="36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610919" y="2336494"/>
              <a:ext cx="80021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02</a:t>
              </a:r>
              <a:endParaRPr lang="zh-CN" altLang="en-US" sz="4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010771" y="1730503"/>
            <a:ext cx="2703198" cy="2711712"/>
            <a:chOff x="7912386" y="1832668"/>
            <a:chExt cx="2703198" cy="2711712"/>
          </a:xfrm>
        </p:grpSpPr>
        <p:grpSp>
          <p:nvGrpSpPr>
            <p:cNvPr id="17" name="组合 16"/>
            <p:cNvGrpSpPr/>
            <p:nvPr/>
          </p:nvGrpSpPr>
          <p:grpSpPr>
            <a:xfrm>
              <a:off x="7912386" y="1832668"/>
              <a:ext cx="2703198" cy="2711712"/>
              <a:chOff x="7853261" y="1580876"/>
              <a:chExt cx="2703198" cy="2711712"/>
            </a:xfrm>
          </p:grpSpPr>
          <p:sp>
            <p:nvSpPr>
              <p:cNvPr id="20" name="Oval 9"/>
              <p:cNvSpPr>
                <a:spLocks noChangeArrowheads="1"/>
              </p:cNvSpPr>
              <p:nvPr/>
            </p:nvSpPr>
            <p:spPr bwMode="auto">
              <a:xfrm>
                <a:off x="7853261" y="1580876"/>
                <a:ext cx="2703198" cy="2711712"/>
              </a:xfrm>
              <a:prstGeom prst="ellipse">
                <a:avLst/>
              </a:prstGeom>
              <a:solidFill>
                <a:srgbClr val="1A3F6C"/>
              </a:solidFill>
              <a:ln w="3810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  <p:sp>
            <p:nvSpPr>
              <p:cNvPr id="21" name="Oval 10"/>
              <p:cNvSpPr>
                <a:spLocks noChangeArrowheads="1"/>
              </p:cNvSpPr>
              <p:nvPr/>
            </p:nvSpPr>
            <p:spPr bwMode="auto">
              <a:xfrm>
                <a:off x="7934146" y="1661761"/>
                <a:ext cx="2541432" cy="2549946"/>
              </a:xfrm>
              <a:prstGeom prst="ellipse">
                <a:avLst/>
              </a:prstGeom>
              <a:noFill/>
              <a:ln w="3175" cap="flat">
                <a:solidFill>
                  <a:srgbClr val="FEFEFE"/>
                </a:solidFill>
                <a:prstDash val="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8740715" y="2981678"/>
              <a:ext cx="110799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美国</a:t>
              </a:r>
              <a:endParaRPr lang="zh-CN" altLang="en-US" sz="36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894604" y="2349316"/>
              <a:ext cx="78739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03</a:t>
              </a:r>
              <a:endParaRPr lang="zh-CN" altLang="en-US" sz="4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986368" y="3030328"/>
            <a:ext cx="1030200" cy="144738"/>
            <a:chOff x="2929691" y="2127825"/>
            <a:chExt cx="900366" cy="126498"/>
          </a:xfrm>
        </p:grpSpPr>
        <p:sp>
          <p:nvSpPr>
            <p:cNvPr id="23" name="Oval 13"/>
            <p:cNvSpPr>
              <a:spLocks noChangeArrowheads="1"/>
            </p:cNvSpPr>
            <p:nvPr/>
          </p:nvSpPr>
          <p:spPr bwMode="auto">
            <a:xfrm>
              <a:off x="2929691" y="2127825"/>
              <a:ext cx="126498" cy="126498"/>
            </a:xfrm>
            <a:prstGeom prst="ellipse">
              <a:avLst/>
            </a:prstGeom>
            <a:solidFill>
              <a:srgbClr val="231915"/>
            </a:solidFill>
            <a:ln w="7938" cap="flat">
              <a:solidFill>
                <a:srgbClr val="231915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4" name="Oval 14"/>
            <p:cNvSpPr>
              <a:spLocks noChangeArrowheads="1"/>
            </p:cNvSpPr>
            <p:nvPr/>
          </p:nvSpPr>
          <p:spPr bwMode="auto">
            <a:xfrm>
              <a:off x="3703559" y="2127825"/>
              <a:ext cx="126498" cy="126498"/>
            </a:xfrm>
            <a:prstGeom prst="ellipse">
              <a:avLst/>
            </a:prstGeom>
            <a:solidFill>
              <a:srgbClr val="231915"/>
            </a:solidFill>
            <a:ln w="7938" cap="flat">
              <a:solidFill>
                <a:srgbClr val="231915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5" name="Freeform 15"/>
            <p:cNvSpPr/>
            <p:nvPr/>
          </p:nvSpPr>
          <p:spPr bwMode="auto">
            <a:xfrm>
              <a:off x="2974337" y="2165030"/>
              <a:ext cx="807354" cy="55809"/>
            </a:xfrm>
            <a:custGeom>
              <a:avLst/>
              <a:gdLst>
                <a:gd name="T0" fmla="*/ 47 w 958"/>
                <a:gd name="T1" fmla="*/ 0 h 66"/>
                <a:gd name="T2" fmla="*/ 913 w 958"/>
                <a:gd name="T3" fmla="*/ 0 h 66"/>
                <a:gd name="T4" fmla="*/ 913 w 958"/>
                <a:gd name="T5" fmla="*/ 66 h 66"/>
                <a:gd name="T6" fmla="*/ 47 w 958"/>
                <a:gd name="T7" fmla="*/ 66 h 66"/>
                <a:gd name="T8" fmla="*/ 47 w 958"/>
                <a:gd name="T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8" h="66">
                  <a:moveTo>
                    <a:pt x="47" y="0"/>
                  </a:moveTo>
                  <a:cubicBezTo>
                    <a:pt x="335" y="0"/>
                    <a:pt x="624" y="0"/>
                    <a:pt x="913" y="0"/>
                  </a:cubicBezTo>
                  <a:cubicBezTo>
                    <a:pt x="957" y="2"/>
                    <a:pt x="958" y="63"/>
                    <a:pt x="913" y="66"/>
                  </a:cubicBezTo>
                  <a:cubicBezTo>
                    <a:pt x="624" y="66"/>
                    <a:pt x="335" y="66"/>
                    <a:pt x="47" y="66"/>
                  </a:cubicBezTo>
                  <a:cubicBezTo>
                    <a:pt x="0" y="63"/>
                    <a:pt x="2" y="2"/>
                    <a:pt x="47" y="0"/>
                  </a:cubicBezTo>
                  <a:close/>
                </a:path>
              </a:pathLst>
            </a:custGeom>
            <a:solidFill>
              <a:srgbClr val="C8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227197" y="3030328"/>
            <a:ext cx="1030200" cy="144738"/>
            <a:chOff x="5627069" y="2127825"/>
            <a:chExt cx="900366" cy="126498"/>
          </a:xfrm>
        </p:grpSpPr>
        <p:sp>
          <p:nvSpPr>
            <p:cNvPr id="27" name="Oval 16"/>
            <p:cNvSpPr>
              <a:spLocks noChangeArrowheads="1"/>
            </p:cNvSpPr>
            <p:nvPr/>
          </p:nvSpPr>
          <p:spPr bwMode="auto">
            <a:xfrm>
              <a:off x="5627069" y="2127825"/>
              <a:ext cx="126498" cy="126498"/>
            </a:xfrm>
            <a:prstGeom prst="ellipse">
              <a:avLst/>
            </a:prstGeom>
            <a:solidFill>
              <a:srgbClr val="231915"/>
            </a:solidFill>
            <a:ln w="7938" cap="flat">
              <a:solidFill>
                <a:srgbClr val="231915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8" name="Oval 17"/>
            <p:cNvSpPr>
              <a:spLocks noChangeArrowheads="1"/>
            </p:cNvSpPr>
            <p:nvPr/>
          </p:nvSpPr>
          <p:spPr bwMode="auto">
            <a:xfrm>
              <a:off x="6400937" y="2127825"/>
              <a:ext cx="126498" cy="126498"/>
            </a:xfrm>
            <a:prstGeom prst="ellipse">
              <a:avLst/>
            </a:prstGeom>
            <a:solidFill>
              <a:srgbClr val="231915"/>
            </a:solidFill>
            <a:ln w="7938" cap="flat">
              <a:solidFill>
                <a:srgbClr val="231915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9" name="Freeform 18"/>
            <p:cNvSpPr/>
            <p:nvPr/>
          </p:nvSpPr>
          <p:spPr bwMode="auto">
            <a:xfrm>
              <a:off x="5671715" y="2165030"/>
              <a:ext cx="807354" cy="55809"/>
            </a:xfrm>
            <a:custGeom>
              <a:avLst/>
              <a:gdLst>
                <a:gd name="T0" fmla="*/ 46 w 957"/>
                <a:gd name="T1" fmla="*/ 0 h 66"/>
                <a:gd name="T2" fmla="*/ 912 w 957"/>
                <a:gd name="T3" fmla="*/ 0 h 66"/>
                <a:gd name="T4" fmla="*/ 912 w 957"/>
                <a:gd name="T5" fmla="*/ 66 h 66"/>
                <a:gd name="T6" fmla="*/ 46 w 957"/>
                <a:gd name="T7" fmla="*/ 66 h 66"/>
                <a:gd name="T8" fmla="*/ 46 w 957"/>
                <a:gd name="T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7" h="66">
                  <a:moveTo>
                    <a:pt x="46" y="0"/>
                  </a:moveTo>
                  <a:cubicBezTo>
                    <a:pt x="335" y="0"/>
                    <a:pt x="624" y="0"/>
                    <a:pt x="912" y="0"/>
                  </a:cubicBezTo>
                  <a:cubicBezTo>
                    <a:pt x="957" y="2"/>
                    <a:pt x="957" y="63"/>
                    <a:pt x="912" y="66"/>
                  </a:cubicBezTo>
                  <a:cubicBezTo>
                    <a:pt x="624" y="66"/>
                    <a:pt x="335" y="66"/>
                    <a:pt x="46" y="66"/>
                  </a:cubicBezTo>
                  <a:cubicBezTo>
                    <a:pt x="0" y="63"/>
                    <a:pt x="1" y="2"/>
                    <a:pt x="46" y="0"/>
                  </a:cubicBezTo>
                  <a:close/>
                </a:path>
              </a:pathLst>
            </a:custGeom>
            <a:solidFill>
              <a:srgbClr val="C8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1603278" y="4663039"/>
            <a:ext cx="2707454" cy="167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719369" y="4643356"/>
            <a:ext cx="2780090" cy="167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048423" y="4643356"/>
            <a:ext cx="2743972" cy="167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5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0" grpId="0"/>
      <p:bldP spid="31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4173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国内外现状对比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68488" y="919539"/>
            <a:ext cx="3760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Guo </a:t>
            </a:r>
            <a:r>
              <a:rPr kumimoji="0" lang="en-US" altLang="zh-CN" sz="1800" b="0" i="0" u="none" strike="noStrike" kern="1200" cap="none" spc="120" normalizeH="0" baseline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Nei</a:t>
            </a: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Wai Xian Zhuang Dui Bi</a:t>
            </a:r>
            <a:endParaRPr kumimoji="0" lang="zh-CN" altLang="en-US" sz="1800" b="0" i="0" u="none" strike="noStrike" kern="1200" cap="none" spc="120" normalizeH="0" baseline="0" noProof="0" dirty="0">
              <a:ln>
                <a:noFill/>
              </a:ln>
              <a:solidFill>
                <a:srgbClr val="2A3A4A"/>
              </a:solidFill>
              <a:effectLst/>
              <a:uLnTx/>
              <a:uFillTx/>
              <a:latin typeface="字魂59号-创粗黑" panose="00000500000000000000" charset="-122"/>
              <a:ea typeface="字魂59号-创粗黑" panose="00000500000000000000" charset="-122"/>
              <a:cs typeface="+mn-cs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6458868" y="1493020"/>
            <a:ext cx="2326673" cy="4310537"/>
            <a:chOff x="1108288" y="2186627"/>
            <a:chExt cx="2523949" cy="4310537"/>
          </a:xfrm>
        </p:grpSpPr>
        <p:sp>
          <p:nvSpPr>
            <p:cNvPr id="43" name="任意多边形 8"/>
            <p:cNvSpPr/>
            <p:nvPr/>
          </p:nvSpPr>
          <p:spPr>
            <a:xfrm>
              <a:off x="1108288" y="2186627"/>
              <a:ext cx="2523949" cy="4310537"/>
            </a:xfrm>
            <a:custGeom>
              <a:avLst/>
              <a:gdLst>
                <a:gd name="connsiteX0" fmla="*/ 113408 w 2523949"/>
                <a:gd name="connsiteY0" fmla="*/ 1709102 h 4310537"/>
                <a:gd name="connsiteX1" fmla="*/ 113408 w 2523949"/>
                <a:gd name="connsiteY1" fmla="*/ 1934122 h 4310537"/>
                <a:gd name="connsiteX2" fmla="*/ 113408 w 2523949"/>
                <a:gd name="connsiteY2" fmla="*/ 1949425 h 4310537"/>
                <a:gd name="connsiteX3" fmla="*/ 113408 w 2523949"/>
                <a:gd name="connsiteY3" fmla="*/ 1956221 h 4310537"/>
                <a:gd name="connsiteX4" fmla="*/ 113408 w 2523949"/>
                <a:gd name="connsiteY4" fmla="*/ 2124622 h 4310537"/>
                <a:gd name="connsiteX5" fmla="*/ 113408 w 2523949"/>
                <a:gd name="connsiteY5" fmla="*/ 2139925 h 4310537"/>
                <a:gd name="connsiteX6" fmla="*/ 113408 w 2523949"/>
                <a:gd name="connsiteY6" fmla="*/ 2146721 h 4310537"/>
                <a:gd name="connsiteX7" fmla="*/ 113408 w 2523949"/>
                <a:gd name="connsiteY7" fmla="*/ 2989710 h 4310537"/>
                <a:gd name="connsiteX8" fmla="*/ 113408 w 2523949"/>
                <a:gd name="connsiteY8" fmla="*/ 2996506 h 4310537"/>
                <a:gd name="connsiteX9" fmla="*/ 113408 w 2523949"/>
                <a:gd name="connsiteY9" fmla="*/ 3011809 h 4310537"/>
                <a:gd name="connsiteX10" fmla="*/ 113408 w 2523949"/>
                <a:gd name="connsiteY10" fmla="*/ 3180210 h 4310537"/>
                <a:gd name="connsiteX11" fmla="*/ 113408 w 2523949"/>
                <a:gd name="connsiteY11" fmla="*/ 3187006 h 4310537"/>
                <a:gd name="connsiteX12" fmla="*/ 113408 w 2523949"/>
                <a:gd name="connsiteY12" fmla="*/ 3202309 h 4310537"/>
                <a:gd name="connsiteX13" fmla="*/ 113408 w 2523949"/>
                <a:gd name="connsiteY13" fmla="*/ 3402691 h 4310537"/>
                <a:gd name="connsiteX14" fmla="*/ 113407 w 2523949"/>
                <a:gd name="connsiteY14" fmla="*/ 3402691 h 4310537"/>
                <a:gd name="connsiteX15" fmla="*/ 113407 w 2523949"/>
                <a:gd name="connsiteY15" fmla="*/ 3415286 h 4310537"/>
                <a:gd name="connsiteX16" fmla="*/ 230338 w 2523949"/>
                <a:gd name="connsiteY16" fmla="*/ 3618864 h 4310537"/>
                <a:gd name="connsiteX17" fmla="*/ 1145042 w 2523949"/>
                <a:gd name="connsiteY17" fmla="*/ 4146658 h 4310537"/>
                <a:gd name="connsiteX18" fmla="*/ 1378905 w 2523949"/>
                <a:gd name="connsiteY18" fmla="*/ 4146658 h 4310537"/>
                <a:gd name="connsiteX19" fmla="*/ 2293609 w 2523949"/>
                <a:gd name="connsiteY19" fmla="*/ 3618864 h 4310537"/>
                <a:gd name="connsiteX20" fmla="*/ 2410541 w 2523949"/>
                <a:gd name="connsiteY20" fmla="*/ 3415286 h 4310537"/>
                <a:gd name="connsiteX21" fmla="*/ 2410541 w 2523949"/>
                <a:gd name="connsiteY21" fmla="*/ 3306564 h 4310537"/>
                <a:gd name="connsiteX22" fmla="*/ 2410541 w 2523949"/>
                <a:gd name="connsiteY22" fmla="*/ 3224786 h 4310537"/>
                <a:gd name="connsiteX23" fmla="*/ 2410541 w 2523949"/>
                <a:gd name="connsiteY23" fmla="*/ 3223087 h 4310537"/>
                <a:gd name="connsiteX24" fmla="*/ 2410541 w 2523949"/>
                <a:gd name="connsiteY24" fmla="*/ 3211196 h 4310537"/>
                <a:gd name="connsiteX25" fmla="*/ 2410541 w 2523949"/>
                <a:gd name="connsiteY25" fmla="*/ 3202938 h 4310537"/>
                <a:gd name="connsiteX26" fmla="*/ 2410541 w 2523949"/>
                <a:gd name="connsiteY26" fmla="*/ 3178919 h 4310537"/>
                <a:gd name="connsiteX27" fmla="*/ 2410541 w 2523949"/>
                <a:gd name="connsiteY27" fmla="*/ 3116064 h 4310537"/>
                <a:gd name="connsiteX28" fmla="*/ 2410541 w 2523949"/>
                <a:gd name="connsiteY28" fmla="*/ 3048349 h 4310537"/>
                <a:gd name="connsiteX29" fmla="*/ 2410541 w 2523949"/>
                <a:gd name="connsiteY29" fmla="*/ 3012438 h 4310537"/>
                <a:gd name="connsiteX30" fmla="*/ 2410541 w 2523949"/>
                <a:gd name="connsiteY30" fmla="*/ 2948758 h 4310537"/>
                <a:gd name="connsiteX31" fmla="*/ 2410541 w 2523949"/>
                <a:gd name="connsiteY31" fmla="*/ 2884161 h 4310537"/>
                <a:gd name="connsiteX32" fmla="*/ 2410542 w 2523949"/>
                <a:gd name="connsiteY32" fmla="*/ 2884161 h 4310537"/>
                <a:gd name="connsiteX33" fmla="*/ 2410542 w 2523949"/>
                <a:gd name="connsiteY33" fmla="*/ 2879860 h 4310537"/>
                <a:gd name="connsiteX34" fmla="*/ 2410542 w 2523949"/>
                <a:gd name="connsiteY34" fmla="*/ 2859294 h 4310537"/>
                <a:gd name="connsiteX35" fmla="*/ 2410542 w 2523949"/>
                <a:gd name="connsiteY35" fmla="*/ 2857762 h 4310537"/>
                <a:gd name="connsiteX36" fmla="*/ 2410542 w 2523949"/>
                <a:gd name="connsiteY36" fmla="*/ 2837195 h 4310537"/>
                <a:gd name="connsiteX37" fmla="*/ 2410542 w 2523949"/>
                <a:gd name="connsiteY37" fmla="*/ 2823937 h 4310537"/>
                <a:gd name="connsiteX38" fmla="*/ 2410542 w 2523949"/>
                <a:gd name="connsiteY38" fmla="*/ 2801838 h 4310537"/>
                <a:gd name="connsiteX39" fmla="*/ 2410542 w 2523949"/>
                <a:gd name="connsiteY39" fmla="*/ 2756982 h 4310537"/>
                <a:gd name="connsiteX40" fmla="*/ 2410542 w 2523949"/>
                <a:gd name="connsiteY40" fmla="*/ 2754097 h 4310537"/>
                <a:gd name="connsiteX41" fmla="*/ 2410542 w 2523949"/>
                <a:gd name="connsiteY41" fmla="*/ 2734884 h 4310537"/>
                <a:gd name="connsiteX42" fmla="*/ 2410542 w 2523949"/>
                <a:gd name="connsiteY42" fmla="*/ 2731998 h 4310537"/>
                <a:gd name="connsiteX43" fmla="*/ 2410542 w 2523949"/>
                <a:gd name="connsiteY43" fmla="*/ 2668794 h 4310537"/>
                <a:gd name="connsiteX44" fmla="*/ 2410542 w 2523949"/>
                <a:gd name="connsiteY44" fmla="*/ 2646695 h 4310537"/>
                <a:gd name="connsiteX45" fmla="*/ 2410542 w 2523949"/>
                <a:gd name="connsiteY45" fmla="*/ 2636115 h 4310537"/>
                <a:gd name="connsiteX46" fmla="*/ 2410542 w 2523949"/>
                <a:gd name="connsiteY46" fmla="*/ 2614017 h 4310537"/>
                <a:gd name="connsiteX47" fmla="*/ 2410542 w 2523949"/>
                <a:gd name="connsiteY47" fmla="*/ 2566482 h 4310537"/>
                <a:gd name="connsiteX48" fmla="*/ 2410542 w 2523949"/>
                <a:gd name="connsiteY48" fmla="*/ 2544384 h 4310537"/>
                <a:gd name="connsiteX49" fmla="*/ 2410542 w 2523949"/>
                <a:gd name="connsiteY49" fmla="*/ 2495147 h 4310537"/>
                <a:gd name="connsiteX50" fmla="*/ 2410542 w 2523949"/>
                <a:gd name="connsiteY50" fmla="*/ 2473049 h 4310537"/>
                <a:gd name="connsiteX51" fmla="*/ 2410542 w 2523949"/>
                <a:gd name="connsiteY51" fmla="*/ 2445615 h 4310537"/>
                <a:gd name="connsiteX52" fmla="*/ 2410542 w 2523949"/>
                <a:gd name="connsiteY52" fmla="*/ 2423517 h 4310537"/>
                <a:gd name="connsiteX53" fmla="*/ 2410542 w 2523949"/>
                <a:gd name="connsiteY53" fmla="*/ 2332532 h 4310537"/>
                <a:gd name="connsiteX54" fmla="*/ 2410542 w 2523949"/>
                <a:gd name="connsiteY54" fmla="*/ 2310433 h 4310537"/>
                <a:gd name="connsiteX55" fmla="*/ 2410542 w 2523949"/>
                <a:gd name="connsiteY55" fmla="*/ 2304647 h 4310537"/>
                <a:gd name="connsiteX56" fmla="*/ 2410542 w 2523949"/>
                <a:gd name="connsiteY56" fmla="*/ 2282549 h 4310537"/>
                <a:gd name="connsiteX57" fmla="*/ 2410542 w 2523949"/>
                <a:gd name="connsiteY57" fmla="*/ 2146721 h 4310537"/>
                <a:gd name="connsiteX58" fmla="*/ 2410542 w 2523949"/>
                <a:gd name="connsiteY58" fmla="*/ 2142032 h 4310537"/>
                <a:gd name="connsiteX59" fmla="*/ 2410542 w 2523949"/>
                <a:gd name="connsiteY59" fmla="*/ 2139925 h 4310537"/>
                <a:gd name="connsiteX60" fmla="*/ 2410542 w 2523949"/>
                <a:gd name="connsiteY60" fmla="*/ 2137864 h 4310537"/>
                <a:gd name="connsiteX61" fmla="*/ 2410542 w 2523949"/>
                <a:gd name="connsiteY61" fmla="*/ 2124622 h 4310537"/>
                <a:gd name="connsiteX62" fmla="*/ 2410542 w 2523949"/>
                <a:gd name="connsiteY62" fmla="*/ 2123432 h 4310537"/>
                <a:gd name="connsiteX63" fmla="*/ 2410542 w 2523949"/>
                <a:gd name="connsiteY63" fmla="*/ 2119933 h 4310537"/>
                <a:gd name="connsiteX64" fmla="*/ 2410542 w 2523949"/>
                <a:gd name="connsiteY64" fmla="*/ 2097049 h 4310537"/>
                <a:gd name="connsiteX65" fmla="*/ 2410542 w 2523949"/>
                <a:gd name="connsiteY65" fmla="*/ 1981658 h 4310537"/>
                <a:gd name="connsiteX66" fmla="*/ 2410542 w 2523949"/>
                <a:gd name="connsiteY66" fmla="*/ 1956221 h 4310537"/>
                <a:gd name="connsiteX67" fmla="*/ 2410542 w 2523949"/>
                <a:gd name="connsiteY67" fmla="*/ 1949425 h 4310537"/>
                <a:gd name="connsiteX68" fmla="*/ 2410542 w 2523949"/>
                <a:gd name="connsiteY68" fmla="*/ 1947364 h 4310537"/>
                <a:gd name="connsiteX69" fmla="*/ 2410542 w 2523949"/>
                <a:gd name="connsiteY69" fmla="*/ 1934122 h 4310537"/>
                <a:gd name="connsiteX70" fmla="*/ 2410542 w 2523949"/>
                <a:gd name="connsiteY70" fmla="*/ 1932932 h 4310537"/>
                <a:gd name="connsiteX71" fmla="*/ 2410542 w 2523949"/>
                <a:gd name="connsiteY71" fmla="*/ 1906549 h 4310537"/>
                <a:gd name="connsiteX72" fmla="*/ 2410542 w 2523949"/>
                <a:gd name="connsiteY72" fmla="*/ 1882214 h 4310537"/>
                <a:gd name="connsiteX73" fmla="*/ 2410542 w 2523949"/>
                <a:gd name="connsiteY73" fmla="*/ 1861030 h 4310537"/>
                <a:gd name="connsiteX74" fmla="*/ 2410542 w 2523949"/>
                <a:gd name="connsiteY74" fmla="*/ 1791158 h 4310537"/>
                <a:gd name="connsiteX75" fmla="*/ 2410542 w 2523949"/>
                <a:gd name="connsiteY75" fmla="*/ 1747978 h 4310537"/>
                <a:gd name="connsiteX76" fmla="*/ 2410542 w 2523949"/>
                <a:gd name="connsiteY76" fmla="*/ 1709102 h 4310537"/>
                <a:gd name="connsiteX77" fmla="*/ 1261975 w 2523949"/>
                <a:gd name="connsiteY77" fmla="*/ 135606 h 4310537"/>
                <a:gd name="connsiteX78" fmla="*/ 1145043 w 2523949"/>
                <a:gd name="connsiteY78" fmla="*/ 162467 h 4310537"/>
                <a:gd name="connsiteX79" fmla="*/ 230339 w 2523949"/>
                <a:gd name="connsiteY79" fmla="*/ 690261 h 4310537"/>
                <a:gd name="connsiteX80" fmla="*/ 113408 w 2523949"/>
                <a:gd name="connsiteY80" fmla="*/ 893838 h 4310537"/>
                <a:gd name="connsiteX81" fmla="*/ 113408 w 2523949"/>
                <a:gd name="connsiteY81" fmla="*/ 1082390 h 4310537"/>
                <a:gd name="connsiteX82" fmla="*/ 2410542 w 2523949"/>
                <a:gd name="connsiteY82" fmla="*/ 1082390 h 4310537"/>
                <a:gd name="connsiteX83" fmla="*/ 2410542 w 2523949"/>
                <a:gd name="connsiteY83" fmla="*/ 893838 h 4310537"/>
                <a:gd name="connsiteX84" fmla="*/ 2293610 w 2523949"/>
                <a:gd name="connsiteY84" fmla="*/ 690261 h 4310537"/>
                <a:gd name="connsiteX85" fmla="*/ 1378906 w 2523949"/>
                <a:gd name="connsiteY85" fmla="*/ 162467 h 4310537"/>
                <a:gd name="connsiteX86" fmla="*/ 1261975 w 2523949"/>
                <a:gd name="connsiteY86" fmla="*/ 135606 h 4310537"/>
                <a:gd name="connsiteX87" fmla="*/ 1261975 w 2523949"/>
                <a:gd name="connsiteY87" fmla="*/ 0 h 4310537"/>
                <a:gd name="connsiteX88" fmla="*/ 1390452 w 2523949"/>
                <a:gd name="connsiteY88" fmla="*/ 29513 h 4310537"/>
                <a:gd name="connsiteX89" fmla="*/ 2395472 w 2523949"/>
                <a:gd name="connsiteY89" fmla="*/ 609420 h 4310537"/>
                <a:gd name="connsiteX90" fmla="*/ 2523949 w 2523949"/>
                <a:gd name="connsiteY90" fmla="*/ 833098 h 4310537"/>
                <a:gd name="connsiteX91" fmla="*/ 2523949 w 2523949"/>
                <a:gd name="connsiteY91" fmla="*/ 1974790 h 4310537"/>
                <a:gd name="connsiteX92" fmla="*/ 2523949 w 2523949"/>
                <a:gd name="connsiteY92" fmla="*/ 1976098 h 4310537"/>
                <a:gd name="connsiteX93" fmla="*/ 2523949 w 2523949"/>
                <a:gd name="connsiteY93" fmla="*/ 1990647 h 4310537"/>
                <a:gd name="connsiteX94" fmla="*/ 2523949 w 2523949"/>
                <a:gd name="connsiteY94" fmla="*/ 1992912 h 4310537"/>
                <a:gd name="connsiteX95" fmla="*/ 2523949 w 2523949"/>
                <a:gd name="connsiteY95" fmla="*/ 2000379 h 4310537"/>
                <a:gd name="connsiteX96" fmla="*/ 2523949 w 2523949"/>
                <a:gd name="connsiteY96" fmla="*/ 2180255 h 4310537"/>
                <a:gd name="connsiteX97" fmla="*/ 2523949 w 2523949"/>
                <a:gd name="connsiteY97" fmla="*/ 2204536 h 4310537"/>
                <a:gd name="connsiteX98" fmla="*/ 2523949 w 2523949"/>
                <a:gd name="connsiteY98" fmla="*/ 2358928 h 4310537"/>
                <a:gd name="connsiteX99" fmla="*/ 2523949 w 2523949"/>
                <a:gd name="connsiteY99" fmla="*/ 2383208 h 4310537"/>
                <a:gd name="connsiteX100" fmla="*/ 2523949 w 2523949"/>
                <a:gd name="connsiteY100" fmla="*/ 2513815 h 4310537"/>
                <a:gd name="connsiteX101" fmla="*/ 2523949 w 2523949"/>
                <a:gd name="connsiteY101" fmla="*/ 2538095 h 4310537"/>
                <a:gd name="connsiteX102" fmla="*/ 2523949 w 2523949"/>
                <a:gd name="connsiteY102" fmla="*/ 2646616 h 4310537"/>
                <a:gd name="connsiteX103" fmla="*/ 2523949 w 2523949"/>
                <a:gd name="connsiteY103" fmla="*/ 2670896 h 4310537"/>
                <a:gd name="connsiteX104" fmla="*/ 2523949 w 2523949"/>
                <a:gd name="connsiteY104" fmla="*/ 2759029 h 4310537"/>
                <a:gd name="connsiteX105" fmla="*/ 2523949 w 2523949"/>
                <a:gd name="connsiteY105" fmla="*/ 2783310 h 4310537"/>
                <a:gd name="connsiteX106" fmla="*/ 2523949 w 2523949"/>
                <a:gd name="connsiteY106" fmla="*/ 2852754 h 4310537"/>
                <a:gd name="connsiteX107" fmla="*/ 2523949 w 2523949"/>
                <a:gd name="connsiteY107" fmla="*/ 2877035 h 4310537"/>
                <a:gd name="connsiteX108" fmla="*/ 2523949 w 2523949"/>
                <a:gd name="connsiteY108" fmla="*/ 2929490 h 4310537"/>
                <a:gd name="connsiteX109" fmla="*/ 2523949 w 2523949"/>
                <a:gd name="connsiteY109" fmla="*/ 2953771 h 4310537"/>
                <a:gd name="connsiteX110" fmla="*/ 2523949 w 2523949"/>
                <a:gd name="connsiteY110" fmla="*/ 2990936 h 4310537"/>
                <a:gd name="connsiteX111" fmla="*/ 2523949 w 2523949"/>
                <a:gd name="connsiteY111" fmla="*/ 3015216 h 4310537"/>
                <a:gd name="connsiteX112" fmla="*/ 2523949 w 2523949"/>
                <a:gd name="connsiteY112" fmla="*/ 3074750 h 4310537"/>
                <a:gd name="connsiteX113" fmla="*/ 2523949 w 2523949"/>
                <a:gd name="connsiteY113" fmla="*/ 3099031 h 4310537"/>
                <a:gd name="connsiteX114" fmla="*/ 2523949 w 2523949"/>
                <a:gd name="connsiteY114" fmla="*/ 3117790 h 4310537"/>
                <a:gd name="connsiteX115" fmla="*/ 2523949 w 2523949"/>
                <a:gd name="connsiteY115" fmla="*/ 3135912 h 4310537"/>
                <a:gd name="connsiteX116" fmla="*/ 2523949 w 2523949"/>
                <a:gd name="connsiteY116" fmla="*/ 3142071 h 4310537"/>
                <a:gd name="connsiteX117" fmla="*/ 2523949 w 2523949"/>
                <a:gd name="connsiteY117" fmla="*/ 3143379 h 4310537"/>
                <a:gd name="connsiteX118" fmla="*/ 2523949 w 2523949"/>
                <a:gd name="connsiteY118" fmla="*/ 3157927 h 4310537"/>
                <a:gd name="connsiteX119" fmla="*/ 2523949 w 2523949"/>
                <a:gd name="connsiteY119" fmla="*/ 3160193 h 4310537"/>
                <a:gd name="connsiteX120" fmla="*/ 2523949 w 2523949"/>
                <a:gd name="connsiteY120" fmla="*/ 3347536 h 4310537"/>
                <a:gd name="connsiteX121" fmla="*/ 2523949 w 2523949"/>
                <a:gd name="connsiteY121" fmla="*/ 3402691 h 4310537"/>
                <a:gd name="connsiteX122" fmla="*/ 2523948 w 2523949"/>
                <a:gd name="connsiteY122" fmla="*/ 3402691 h 4310537"/>
                <a:gd name="connsiteX123" fmla="*/ 2523948 w 2523949"/>
                <a:gd name="connsiteY123" fmla="*/ 3411812 h 4310537"/>
                <a:gd name="connsiteX124" fmla="*/ 2523948 w 2523949"/>
                <a:gd name="connsiteY124" fmla="*/ 3475886 h 4310537"/>
                <a:gd name="connsiteX125" fmla="*/ 2395471 w 2523949"/>
                <a:gd name="connsiteY125" fmla="*/ 3699565 h 4310537"/>
                <a:gd name="connsiteX126" fmla="*/ 1390451 w 2523949"/>
                <a:gd name="connsiteY126" fmla="*/ 4279472 h 4310537"/>
                <a:gd name="connsiteX127" fmla="*/ 1133497 w 2523949"/>
                <a:gd name="connsiteY127" fmla="*/ 4279472 h 4310537"/>
                <a:gd name="connsiteX128" fmla="*/ 128477 w 2523949"/>
                <a:gd name="connsiteY128" fmla="*/ 3699565 h 4310537"/>
                <a:gd name="connsiteX129" fmla="*/ 0 w 2523949"/>
                <a:gd name="connsiteY129" fmla="*/ 3475886 h 4310537"/>
                <a:gd name="connsiteX130" fmla="*/ 0 w 2523949"/>
                <a:gd name="connsiteY130" fmla="*/ 2884161 h 4310537"/>
                <a:gd name="connsiteX131" fmla="*/ 1 w 2523949"/>
                <a:gd name="connsiteY131" fmla="*/ 2884161 h 4310537"/>
                <a:gd name="connsiteX132" fmla="*/ 1 w 2523949"/>
                <a:gd name="connsiteY132" fmla="*/ 2000379 h 4310537"/>
                <a:gd name="connsiteX133" fmla="*/ 1 w 2523949"/>
                <a:gd name="connsiteY133" fmla="*/ 1992912 h 4310537"/>
                <a:gd name="connsiteX134" fmla="*/ 1 w 2523949"/>
                <a:gd name="connsiteY134" fmla="*/ 1976098 h 4310537"/>
                <a:gd name="connsiteX135" fmla="*/ 1 w 2523949"/>
                <a:gd name="connsiteY135" fmla="*/ 833098 h 4310537"/>
                <a:gd name="connsiteX136" fmla="*/ 128478 w 2523949"/>
                <a:gd name="connsiteY136" fmla="*/ 609420 h 4310537"/>
                <a:gd name="connsiteX137" fmla="*/ 1133498 w 2523949"/>
                <a:gd name="connsiteY137" fmla="*/ 29513 h 4310537"/>
                <a:gd name="connsiteX138" fmla="*/ 1261975 w 2523949"/>
                <a:gd name="connsiteY138" fmla="*/ 0 h 431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2523949" h="4310537">
                  <a:moveTo>
                    <a:pt x="113408" y="1709102"/>
                  </a:moveTo>
                  <a:lnTo>
                    <a:pt x="113408" y="1934122"/>
                  </a:lnTo>
                  <a:lnTo>
                    <a:pt x="113408" y="1949425"/>
                  </a:lnTo>
                  <a:lnTo>
                    <a:pt x="113408" y="1956221"/>
                  </a:lnTo>
                  <a:lnTo>
                    <a:pt x="113408" y="2124622"/>
                  </a:lnTo>
                  <a:lnTo>
                    <a:pt x="113408" y="2139925"/>
                  </a:lnTo>
                  <a:lnTo>
                    <a:pt x="113408" y="2146721"/>
                  </a:lnTo>
                  <a:lnTo>
                    <a:pt x="113408" y="2989710"/>
                  </a:lnTo>
                  <a:lnTo>
                    <a:pt x="113408" y="2996506"/>
                  </a:lnTo>
                  <a:lnTo>
                    <a:pt x="113408" y="3011809"/>
                  </a:lnTo>
                  <a:lnTo>
                    <a:pt x="113408" y="3180210"/>
                  </a:lnTo>
                  <a:lnTo>
                    <a:pt x="113408" y="3187006"/>
                  </a:lnTo>
                  <a:lnTo>
                    <a:pt x="113408" y="3202309"/>
                  </a:lnTo>
                  <a:lnTo>
                    <a:pt x="113408" y="3402691"/>
                  </a:lnTo>
                  <a:lnTo>
                    <a:pt x="113407" y="3402691"/>
                  </a:lnTo>
                  <a:lnTo>
                    <a:pt x="113407" y="3415286"/>
                  </a:lnTo>
                  <a:cubicBezTo>
                    <a:pt x="113407" y="3490685"/>
                    <a:pt x="166215" y="3581164"/>
                    <a:pt x="230338" y="3618864"/>
                  </a:cubicBezTo>
                  <a:cubicBezTo>
                    <a:pt x="230338" y="3618864"/>
                    <a:pt x="230338" y="3618864"/>
                    <a:pt x="1145042" y="4146658"/>
                  </a:cubicBezTo>
                  <a:cubicBezTo>
                    <a:pt x="1209166" y="4184357"/>
                    <a:pt x="1314782" y="4184357"/>
                    <a:pt x="1378905" y="4146658"/>
                  </a:cubicBezTo>
                  <a:cubicBezTo>
                    <a:pt x="1378905" y="4146658"/>
                    <a:pt x="1378905" y="4146658"/>
                    <a:pt x="2293609" y="3618864"/>
                  </a:cubicBezTo>
                  <a:cubicBezTo>
                    <a:pt x="2357733" y="3581164"/>
                    <a:pt x="2410541" y="3490685"/>
                    <a:pt x="2410541" y="3415286"/>
                  </a:cubicBezTo>
                  <a:cubicBezTo>
                    <a:pt x="2410541" y="3415286"/>
                    <a:pt x="2410541" y="3415286"/>
                    <a:pt x="2410541" y="3306564"/>
                  </a:cubicBezTo>
                  <a:lnTo>
                    <a:pt x="2410541" y="3224786"/>
                  </a:lnTo>
                  <a:lnTo>
                    <a:pt x="2410541" y="3223087"/>
                  </a:lnTo>
                  <a:lnTo>
                    <a:pt x="2410541" y="3211196"/>
                  </a:lnTo>
                  <a:lnTo>
                    <a:pt x="2410541" y="3202938"/>
                  </a:lnTo>
                  <a:lnTo>
                    <a:pt x="2410541" y="3178919"/>
                  </a:lnTo>
                  <a:lnTo>
                    <a:pt x="2410541" y="3116064"/>
                  </a:lnTo>
                  <a:lnTo>
                    <a:pt x="2410541" y="3048349"/>
                  </a:lnTo>
                  <a:lnTo>
                    <a:pt x="2410541" y="3012438"/>
                  </a:lnTo>
                  <a:lnTo>
                    <a:pt x="2410541" y="2948758"/>
                  </a:lnTo>
                  <a:lnTo>
                    <a:pt x="2410541" y="2884161"/>
                  </a:lnTo>
                  <a:lnTo>
                    <a:pt x="2410542" y="2884161"/>
                  </a:lnTo>
                  <a:lnTo>
                    <a:pt x="2410542" y="2879860"/>
                  </a:lnTo>
                  <a:lnTo>
                    <a:pt x="2410542" y="2859294"/>
                  </a:lnTo>
                  <a:lnTo>
                    <a:pt x="2410542" y="2857762"/>
                  </a:lnTo>
                  <a:lnTo>
                    <a:pt x="2410542" y="2837195"/>
                  </a:lnTo>
                  <a:lnTo>
                    <a:pt x="2410542" y="2823937"/>
                  </a:lnTo>
                  <a:lnTo>
                    <a:pt x="2410542" y="2801838"/>
                  </a:lnTo>
                  <a:lnTo>
                    <a:pt x="2410542" y="2756982"/>
                  </a:lnTo>
                  <a:lnTo>
                    <a:pt x="2410542" y="2754097"/>
                  </a:lnTo>
                  <a:lnTo>
                    <a:pt x="2410542" y="2734884"/>
                  </a:lnTo>
                  <a:lnTo>
                    <a:pt x="2410542" y="2731998"/>
                  </a:lnTo>
                  <a:lnTo>
                    <a:pt x="2410542" y="2668794"/>
                  </a:lnTo>
                  <a:lnTo>
                    <a:pt x="2410542" y="2646695"/>
                  </a:lnTo>
                  <a:lnTo>
                    <a:pt x="2410542" y="2636115"/>
                  </a:lnTo>
                  <a:lnTo>
                    <a:pt x="2410542" y="2614017"/>
                  </a:lnTo>
                  <a:lnTo>
                    <a:pt x="2410542" y="2566482"/>
                  </a:lnTo>
                  <a:lnTo>
                    <a:pt x="2410542" y="2544384"/>
                  </a:lnTo>
                  <a:lnTo>
                    <a:pt x="2410542" y="2495147"/>
                  </a:lnTo>
                  <a:lnTo>
                    <a:pt x="2410542" y="2473049"/>
                  </a:lnTo>
                  <a:lnTo>
                    <a:pt x="2410542" y="2445615"/>
                  </a:lnTo>
                  <a:lnTo>
                    <a:pt x="2410542" y="2423517"/>
                  </a:lnTo>
                  <a:lnTo>
                    <a:pt x="2410542" y="2332532"/>
                  </a:lnTo>
                  <a:lnTo>
                    <a:pt x="2410542" y="2310433"/>
                  </a:lnTo>
                  <a:lnTo>
                    <a:pt x="2410542" y="2304647"/>
                  </a:lnTo>
                  <a:lnTo>
                    <a:pt x="2410542" y="2282549"/>
                  </a:lnTo>
                  <a:lnTo>
                    <a:pt x="2410542" y="2146721"/>
                  </a:lnTo>
                  <a:lnTo>
                    <a:pt x="2410542" y="2142032"/>
                  </a:lnTo>
                  <a:lnTo>
                    <a:pt x="2410542" y="2139925"/>
                  </a:lnTo>
                  <a:lnTo>
                    <a:pt x="2410542" y="2137864"/>
                  </a:lnTo>
                  <a:lnTo>
                    <a:pt x="2410542" y="2124622"/>
                  </a:lnTo>
                  <a:lnTo>
                    <a:pt x="2410542" y="2123432"/>
                  </a:lnTo>
                  <a:lnTo>
                    <a:pt x="2410542" y="2119933"/>
                  </a:lnTo>
                  <a:lnTo>
                    <a:pt x="2410542" y="2097049"/>
                  </a:lnTo>
                  <a:cubicBezTo>
                    <a:pt x="2410542" y="2073661"/>
                    <a:pt x="2410542" y="2037517"/>
                    <a:pt x="2410542" y="1981658"/>
                  </a:cubicBezTo>
                  <a:lnTo>
                    <a:pt x="2410542" y="1956221"/>
                  </a:lnTo>
                  <a:lnTo>
                    <a:pt x="2410542" y="1949425"/>
                  </a:lnTo>
                  <a:lnTo>
                    <a:pt x="2410542" y="1947364"/>
                  </a:lnTo>
                  <a:lnTo>
                    <a:pt x="2410542" y="1934122"/>
                  </a:lnTo>
                  <a:lnTo>
                    <a:pt x="2410542" y="1932932"/>
                  </a:lnTo>
                  <a:lnTo>
                    <a:pt x="2410542" y="1906549"/>
                  </a:lnTo>
                  <a:lnTo>
                    <a:pt x="2410542" y="1882214"/>
                  </a:lnTo>
                  <a:lnTo>
                    <a:pt x="2410542" y="1861030"/>
                  </a:lnTo>
                  <a:lnTo>
                    <a:pt x="2410542" y="1791158"/>
                  </a:lnTo>
                  <a:lnTo>
                    <a:pt x="2410542" y="1747978"/>
                  </a:lnTo>
                  <a:lnTo>
                    <a:pt x="2410542" y="1709102"/>
                  </a:lnTo>
                  <a:close/>
                  <a:moveTo>
                    <a:pt x="1261975" y="135606"/>
                  </a:moveTo>
                  <a:cubicBezTo>
                    <a:pt x="1219540" y="135606"/>
                    <a:pt x="1177106" y="144559"/>
                    <a:pt x="1145043" y="162467"/>
                  </a:cubicBezTo>
                  <a:cubicBezTo>
                    <a:pt x="1145043" y="162467"/>
                    <a:pt x="1145043" y="162467"/>
                    <a:pt x="230339" y="690261"/>
                  </a:cubicBezTo>
                  <a:cubicBezTo>
                    <a:pt x="166216" y="727960"/>
                    <a:pt x="113408" y="820324"/>
                    <a:pt x="113408" y="893838"/>
                  </a:cubicBezTo>
                  <a:lnTo>
                    <a:pt x="113408" y="1082390"/>
                  </a:lnTo>
                  <a:lnTo>
                    <a:pt x="2410542" y="1082390"/>
                  </a:lnTo>
                  <a:lnTo>
                    <a:pt x="2410542" y="893838"/>
                  </a:lnTo>
                  <a:cubicBezTo>
                    <a:pt x="2410542" y="820324"/>
                    <a:pt x="2357734" y="727960"/>
                    <a:pt x="2293610" y="690261"/>
                  </a:cubicBezTo>
                  <a:cubicBezTo>
                    <a:pt x="2293610" y="690261"/>
                    <a:pt x="2293610" y="690261"/>
                    <a:pt x="1378906" y="162467"/>
                  </a:cubicBezTo>
                  <a:cubicBezTo>
                    <a:pt x="1346844" y="144559"/>
                    <a:pt x="1304410" y="135606"/>
                    <a:pt x="1261975" y="135606"/>
                  </a:cubicBezTo>
                  <a:close/>
                  <a:moveTo>
                    <a:pt x="1261975" y="0"/>
                  </a:moveTo>
                  <a:cubicBezTo>
                    <a:pt x="1308600" y="0"/>
                    <a:pt x="1355224" y="9837"/>
                    <a:pt x="1390452" y="29513"/>
                  </a:cubicBezTo>
                  <a:cubicBezTo>
                    <a:pt x="2395472" y="609420"/>
                    <a:pt x="2395472" y="609420"/>
                    <a:pt x="2395472" y="609420"/>
                  </a:cubicBezTo>
                  <a:cubicBezTo>
                    <a:pt x="2465927" y="650842"/>
                    <a:pt x="2523949" y="752325"/>
                    <a:pt x="2523949" y="833098"/>
                  </a:cubicBezTo>
                  <a:cubicBezTo>
                    <a:pt x="2523949" y="1702959"/>
                    <a:pt x="2523949" y="1920424"/>
                    <a:pt x="2523949" y="1974790"/>
                  </a:cubicBezTo>
                  <a:lnTo>
                    <a:pt x="2523949" y="1976098"/>
                  </a:lnTo>
                  <a:lnTo>
                    <a:pt x="2523949" y="1990647"/>
                  </a:lnTo>
                  <a:lnTo>
                    <a:pt x="2523949" y="1992912"/>
                  </a:lnTo>
                  <a:lnTo>
                    <a:pt x="2523949" y="2000379"/>
                  </a:lnTo>
                  <a:lnTo>
                    <a:pt x="2523949" y="2180255"/>
                  </a:lnTo>
                  <a:lnTo>
                    <a:pt x="2523949" y="2204536"/>
                  </a:lnTo>
                  <a:lnTo>
                    <a:pt x="2523949" y="2358928"/>
                  </a:lnTo>
                  <a:lnTo>
                    <a:pt x="2523949" y="2383208"/>
                  </a:lnTo>
                  <a:lnTo>
                    <a:pt x="2523949" y="2513815"/>
                  </a:lnTo>
                  <a:lnTo>
                    <a:pt x="2523949" y="2538095"/>
                  </a:lnTo>
                  <a:lnTo>
                    <a:pt x="2523949" y="2646616"/>
                  </a:lnTo>
                  <a:lnTo>
                    <a:pt x="2523949" y="2670896"/>
                  </a:lnTo>
                  <a:lnTo>
                    <a:pt x="2523949" y="2759029"/>
                  </a:lnTo>
                  <a:lnTo>
                    <a:pt x="2523949" y="2783310"/>
                  </a:lnTo>
                  <a:lnTo>
                    <a:pt x="2523949" y="2852754"/>
                  </a:lnTo>
                  <a:lnTo>
                    <a:pt x="2523949" y="2877035"/>
                  </a:lnTo>
                  <a:lnTo>
                    <a:pt x="2523949" y="2929490"/>
                  </a:lnTo>
                  <a:lnTo>
                    <a:pt x="2523949" y="2953771"/>
                  </a:lnTo>
                  <a:lnTo>
                    <a:pt x="2523949" y="2990936"/>
                  </a:lnTo>
                  <a:lnTo>
                    <a:pt x="2523949" y="3015216"/>
                  </a:lnTo>
                  <a:lnTo>
                    <a:pt x="2523949" y="3074750"/>
                  </a:lnTo>
                  <a:lnTo>
                    <a:pt x="2523949" y="3099031"/>
                  </a:lnTo>
                  <a:lnTo>
                    <a:pt x="2523949" y="3117790"/>
                  </a:lnTo>
                  <a:cubicBezTo>
                    <a:pt x="2523949" y="3135912"/>
                    <a:pt x="2523949" y="3135912"/>
                    <a:pt x="2523949" y="3135912"/>
                  </a:cubicBezTo>
                  <a:lnTo>
                    <a:pt x="2523949" y="3142071"/>
                  </a:lnTo>
                  <a:lnTo>
                    <a:pt x="2523949" y="3143379"/>
                  </a:lnTo>
                  <a:lnTo>
                    <a:pt x="2523949" y="3157927"/>
                  </a:lnTo>
                  <a:lnTo>
                    <a:pt x="2523949" y="3160193"/>
                  </a:lnTo>
                  <a:lnTo>
                    <a:pt x="2523949" y="3347536"/>
                  </a:lnTo>
                  <a:lnTo>
                    <a:pt x="2523949" y="3402691"/>
                  </a:lnTo>
                  <a:lnTo>
                    <a:pt x="2523948" y="3402691"/>
                  </a:lnTo>
                  <a:lnTo>
                    <a:pt x="2523948" y="3411812"/>
                  </a:lnTo>
                  <a:cubicBezTo>
                    <a:pt x="2523948" y="3475886"/>
                    <a:pt x="2523948" y="3475886"/>
                    <a:pt x="2523948" y="3475886"/>
                  </a:cubicBezTo>
                  <a:cubicBezTo>
                    <a:pt x="2523948" y="3558730"/>
                    <a:pt x="2465926" y="3658142"/>
                    <a:pt x="2395471" y="3699565"/>
                  </a:cubicBezTo>
                  <a:cubicBezTo>
                    <a:pt x="1390451" y="4279472"/>
                    <a:pt x="1390451" y="4279472"/>
                    <a:pt x="1390451" y="4279472"/>
                  </a:cubicBezTo>
                  <a:cubicBezTo>
                    <a:pt x="1319996" y="4320893"/>
                    <a:pt x="1203952" y="4320893"/>
                    <a:pt x="1133497" y="4279472"/>
                  </a:cubicBezTo>
                  <a:cubicBezTo>
                    <a:pt x="128477" y="3699565"/>
                    <a:pt x="128477" y="3699565"/>
                    <a:pt x="128477" y="3699565"/>
                  </a:cubicBezTo>
                  <a:cubicBezTo>
                    <a:pt x="58022" y="3658142"/>
                    <a:pt x="0" y="3558730"/>
                    <a:pt x="0" y="3475886"/>
                  </a:cubicBezTo>
                  <a:lnTo>
                    <a:pt x="0" y="2884161"/>
                  </a:lnTo>
                  <a:lnTo>
                    <a:pt x="1" y="2884161"/>
                  </a:lnTo>
                  <a:lnTo>
                    <a:pt x="1" y="2000379"/>
                  </a:lnTo>
                  <a:lnTo>
                    <a:pt x="1" y="1992912"/>
                  </a:lnTo>
                  <a:lnTo>
                    <a:pt x="1" y="1976098"/>
                  </a:lnTo>
                  <a:lnTo>
                    <a:pt x="1" y="833098"/>
                  </a:lnTo>
                  <a:cubicBezTo>
                    <a:pt x="1" y="752325"/>
                    <a:pt x="58023" y="650842"/>
                    <a:pt x="128478" y="609420"/>
                  </a:cubicBezTo>
                  <a:cubicBezTo>
                    <a:pt x="1133498" y="29513"/>
                    <a:pt x="1133498" y="29513"/>
                    <a:pt x="1133498" y="29513"/>
                  </a:cubicBezTo>
                  <a:cubicBezTo>
                    <a:pt x="1168726" y="9837"/>
                    <a:pt x="1215350" y="0"/>
                    <a:pt x="1261975" y="0"/>
                  </a:cubicBezTo>
                  <a:close/>
                </a:path>
              </a:pathLst>
            </a:cu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400" dirty="0">
                <a:ea typeface="字魂59号-创粗黑" panose="00000500000000000000" charset="-122"/>
              </a:endParaRPr>
            </a:p>
          </p:txBody>
        </p:sp>
        <p:sp>
          <p:nvSpPr>
            <p:cNvPr id="44" name="TextBox 29"/>
            <p:cNvSpPr txBox="1"/>
            <p:nvPr/>
          </p:nvSpPr>
          <p:spPr>
            <a:xfrm>
              <a:off x="1346985" y="4042095"/>
              <a:ext cx="2046551" cy="17801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您的内容打在这里，或者通过复制您的文本后，在此框中选择粘贴。您的内容打在这里，或者通过复制您的文本后，在此框中选择粘贴。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45" name="TextBox 30"/>
            <p:cNvSpPr txBox="1"/>
            <p:nvPr/>
          </p:nvSpPr>
          <p:spPr>
            <a:xfrm>
              <a:off x="1644200" y="3352862"/>
              <a:ext cx="1797321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国内现状</a:t>
              </a:r>
              <a:endParaRPr lang="zh-CN" altLang="en-US" sz="28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46" name="TextBox 20"/>
            <p:cNvSpPr txBox="1"/>
            <p:nvPr/>
          </p:nvSpPr>
          <p:spPr>
            <a:xfrm>
              <a:off x="2137245" y="2551571"/>
              <a:ext cx="466032" cy="61555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4000" spc="400" dirty="0">
                  <a:solidFill>
                    <a:srgbClr val="F8BC49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01</a:t>
              </a:r>
              <a:endParaRPr lang="zh-CN" altLang="en-US" sz="4000" spc="400" dirty="0">
                <a:solidFill>
                  <a:srgbClr val="F8BC49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9001362" y="1493020"/>
            <a:ext cx="2326673" cy="4310537"/>
            <a:chOff x="1108288" y="2186627"/>
            <a:chExt cx="2523949" cy="4310537"/>
          </a:xfrm>
        </p:grpSpPr>
        <p:sp>
          <p:nvSpPr>
            <p:cNvPr id="48" name="任意多边形 23"/>
            <p:cNvSpPr/>
            <p:nvPr/>
          </p:nvSpPr>
          <p:spPr>
            <a:xfrm>
              <a:off x="1108288" y="2186627"/>
              <a:ext cx="2523949" cy="4310537"/>
            </a:xfrm>
            <a:custGeom>
              <a:avLst/>
              <a:gdLst>
                <a:gd name="connsiteX0" fmla="*/ 113408 w 2523949"/>
                <a:gd name="connsiteY0" fmla="*/ 1709102 h 4310537"/>
                <a:gd name="connsiteX1" fmla="*/ 113408 w 2523949"/>
                <a:gd name="connsiteY1" fmla="*/ 1934122 h 4310537"/>
                <a:gd name="connsiteX2" fmla="*/ 113408 w 2523949"/>
                <a:gd name="connsiteY2" fmla="*/ 1949425 h 4310537"/>
                <a:gd name="connsiteX3" fmla="*/ 113408 w 2523949"/>
                <a:gd name="connsiteY3" fmla="*/ 1956221 h 4310537"/>
                <a:gd name="connsiteX4" fmla="*/ 113408 w 2523949"/>
                <a:gd name="connsiteY4" fmla="*/ 2124622 h 4310537"/>
                <a:gd name="connsiteX5" fmla="*/ 113408 w 2523949"/>
                <a:gd name="connsiteY5" fmla="*/ 2139925 h 4310537"/>
                <a:gd name="connsiteX6" fmla="*/ 113408 w 2523949"/>
                <a:gd name="connsiteY6" fmla="*/ 2146721 h 4310537"/>
                <a:gd name="connsiteX7" fmla="*/ 113408 w 2523949"/>
                <a:gd name="connsiteY7" fmla="*/ 2989710 h 4310537"/>
                <a:gd name="connsiteX8" fmla="*/ 113408 w 2523949"/>
                <a:gd name="connsiteY8" fmla="*/ 2996506 h 4310537"/>
                <a:gd name="connsiteX9" fmla="*/ 113408 w 2523949"/>
                <a:gd name="connsiteY9" fmla="*/ 3011809 h 4310537"/>
                <a:gd name="connsiteX10" fmla="*/ 113408 w 2523949"/>
                <a:gd name="connsiteY10" fmla="*/ 3180210 h 4310537"/>
                <a:gd name="connsiteX11" fmla="*/ 113408 w 2523949"/>
                <a:gd name="connsiteY11" fmla="*/ 3187006 h 4310537"/>
                <a:gd name="connsiteX12" fmla="*/ 113408 w 2523949"/>
                <a:gd name="connsiteY12" fmla="*/ 3202309 h 4310537"/>
                <a:gd name="connsiteX13" fmla="*/ 113408 w 2523949"/>
                <a:gd name="connsiteY13" fmla="*/ 3402691 h 4310537"/>
                <a:gd name="connsiteX14" fmla="*/ 113407 w 2523949"/>
                <a:gd name="connsiteY14" fmla="*/ 3402691 h 4310537"/>
                <a:gd name="connsiteX15" fmla="*/ 113407 w 2523949"/>
                <a:gd name="connsiteY15" fmla="*/ 3415286 h 4310537"/>
                <a:gd name="connsiteX16" fmla="*/ 230338 w 2523949"/>
                <a:gd name="connsiteY16" fmla="*/ 3618864 h 4310537"/>
                <a:gd name="connsiteX17" fmla="*/ 1145042 w 2523949"/>
                <a:gd name="connsiteY17" fmla="*/ 4146658 h 4310537"/>
                <a:gd name="connsiteX18" fmla="*/ 1378905 w 2523949"/>
                <a:gd name="connsiteY18" fmla="*/ 4146658 h 4310537"/>
                <a:gd name="connsiteX19" fmla="*/ 2293609 w 2523949"/>
                <a:gd name="connsiteY19" fmla="*/ 3618864 h 4310537"/>
                <a:gd name="connsiteX20" fmla="*/ 2410541 w 2523949"/>
                <a:gd name="connsiteY20" fmla="*/ 3415286 h 4310537"/>
                <a:gd name="connsiteX21" fmla="*/ 2410541 w 2523949"/>
                <a:gd name="connsiteY21" fmla="*/ 3306564 h 4310537"/>
                <a:gd name="connsiteX22" fmla="*/ 2410541 w 2523949"/>
                <a:gd name="connsiteY22" fmla="*/ 3224786 h 4310537"/>
                <a:gd name="connsiteX23" fmla="*/ 2410541 w 2523949"/>
                <a:gd name="connsiteY23" fmla="*/ 3223087 h 4310537"/>
                <a:gd name="connsiteX24" fmla="*/ 2410541 w 2523949"/>
                <a:gd name="connsiteY24" fmla="*/ 3211196 h 4310537"/>
                <a:gd name="connsiteX25" fmla="*/ 2410541 w 2523949"/>
                <a:gd name="connsiteY25" fmla="*/ 3202938 h 4310537"/>
                <a:gd name="connsiteX26" fmla="*/ 2410541 w 2523949"/>
                <a:gd name="connsiteY26" fmla="*/ 3178919 h 4310537"/>
                <a:gd name="connsiteX27" fmla="*/ 2410541 w 2523949"/>
                <a:gd name="connsiteY27" fmla="*/ 3116064 h 4310537"/>
                <a:gd name="connsiteX28" fmla="*/ 2410541 w 2523949"/>
                <a:gd name="connsiteY28" fmla="*/ 3048349 h 4310537"/>
                <a:gd name="connsiteX29" fmla="*/ 2410541 w 2523949"/>
                <a:gd name="connsiteY29" fmla="*/ 3012438 h 4310537"/>
                <a:gd name="connsiteX30" fmla="*/ 2410541 w 2523949"/>
                <a:gd name="connsiteY30" fmla="*/ 2948758 h 4310537"/>
                <a:gd name="connsiteX31" fmla="*/ 2410541 w 2523949"/>
                <a:gd name="connsiteY31" fmla="*/ 2884161 h 4310537"/>
                <a:gd name="connsiteX32" fmla="*/ 2410542 w 2523949"/>
                <a:gd name="connsiteY32" fmla="*/ 2884161 h 4310537"/>
                <a:gd name="connsiteX33" fmla="*/ 2410542 w 2523949"/>
                <a:gd name="connsiteY33" fmla="*/ 2879860 h 4310537"/>
                <a:gd name="connsiteX34" fmla="*/ 2410542 w 2523949"/>
                <a:gd name="connsiteY34" fmla="*/ 2859294 h 4310537"/>
                <a:gd name="connsiteX35" fmla="*/ 2410542 w 2523949"/>
                <a:gd name="connsiteY35" fmla="*/ 2857762 h 4310537"/>
                <a:gd name="connsiteX36" fmla="*/ 2410542 w 2523949"/>
                <a:gd name="connsiteY36" fmla="*/ 2837195 h 4310537"/>
                <a:gd name="connsiteX37" fmla="*/ 2410542 w 2523949"/>
                <a:gd name="connsiteY37" fmla="*/ 2823937 h 4310537"/>
                <a:gd name="connsiteX38" fmla="*/ 2410542 w 2523949"/>
                <a:gd name="connsiteY38" fmla="*/ 2801838 h 4310537"/>
                <a:gd name="connsiteX39" fmla="*/ 2410542 w 2523949"/>
                <a:gd name="connsiteY39" fmla="*/ 2756982 h 4310537"/>
                <a:gd name="connsiteX40" fmla="*/ 2410542 w 2523949"/>
                <a:gd name="connsiteY40" fmla="*/ 2754097 h 4310537"/>
                <a:gd name="connsiteX41" fmla="*/ 2410542 w 2523949"/>
                <a:gd name="connsiteY41" fmla="*/ 2734884 h 4310537"/>
                <a:gd name="connsiteX42" fmla="*/ 2410542 w 2523949"/>
                <a:gd name="connsiteY42" fmla="*/ 2731998 h 4310537"/>
                <a:gd name="connsiteX43" fmla="*/ 2410542 w 2523949"/>
                <a:gd name="connsiteY43" fmla="*/ 2668794 h 4310537"/>
                <a:gd name="connsiteX44" fmla="*/ 2410542 w 2523949"/>
                <a:gd name="connsiteY44" fmla="*/ 2646695 h 4310537"/>
                <a:gd name="connsiteX45" fmla="*/ 2410542 w 2523949"/>
                <a:gd name="connsiteY45" fmla="*/ 2636115 h 4310537"/>
                <a:gd name="connsiteX46" fmla="*/ 2410542 w 2523949"/>
                <a:gd name="connsiteY46" fmla="*/ 2614017 h 4310537"/>
                <a:gd name="connsiteX47" fmla="*/ 2410542 w 2523949"/>
                <a:gd name="connsiteY47" fmla="*/ 2566482 h 4310537"/>
                <a:gd name="connsiteX48" fmla="*/ 2410542 w 2523949"/>
                <a:gd name="connsiteY48" fmla="*/ 2544384 h 4310537"/>
                <a:gd name="connsiteX49" fmla="*/ 2410542 w 2523949"/>
                <a:gd name="connsiteY49" fmla="*/ 2495147 h 4310537"/>
                <a:gd name="connsiteX50" fmla="*/ 2410542 w 2523949"/>
                <a:gd name="connsiteY50" fmla="*/ 2473049 h 4310537"/>
                <a:gd name="connsiteX51" fmla="*/ 2410542 w 2523949"/>
                <a:gd name="connsiteY51" fmla="*/ 2445615 h 4310537"/>
                <a:gd name="connsiteX52" fmla="*/ 2410542 w 2523949"/>
                <a:gd name="connsiteY52" fmla="*/ 2423517 h 4310537"/>
                <a:gd name="connsiteX53" fmla="*/ 2410542 w 2523949"/>
                <a:gd name="connsiteY53" fmla="*/ 2332532 h 4310537"/>
                <a:gd name="connsiteX54" fmla="*/ 2410542 w 2523949"/>
                <a:gd name="connsiteY54" fmla="*/ 2310433 h 4310537"/>
                <a:gd name="connsiteX55" fmla="*/ 2410542 w 2523949"/>
                <a:gd name="connsiteY55" fmla="*/ 2304647 h 4310537"/>
                <a:gd name="connsiteX56" fmla="*/ 2410542 w 2523949"/>
                <a:gd name="connsiteY56" fmla="*/ 2282549 h 4310537"/>
                <a:gd name="connsiteX57" fmla="*/ 2410542 w 2523949"/>
                <a:gd name="connsiteY57" fmla="*/ 2146721 h 4310537"/>
                <a:gd name="connsiteX58" fmla="*/ 2410542 w 2523949"/>
                <a:gd name="connsiteY58" fmla="*/ 2142032 h 4310537"/>
                <a:gd name="connsiteX59" fmla="*/ 2410542 w 2523949"/>
                <a:gd name="connsiteY59" fmla="*/ 2139925 h 4310537"/>
                <a:gd name="connsiteX60" fmla="*/ 2410542 w 2523949"/>
                <a:gd name="connsiteY60" fmla="*/ 2137864 h 4310537"/>
                <a:gd name="connsiteX61" fmla="*/ 2410542 w 2523949"/>
                <a:gd name="connsiteY61" fmla="*/ 2124622 h 4310537"/>
                <a:gd name="connsiteX62" fmla="*/ 2410542 w 2523949"/>
                <a:gd name="connsiteY62" fmla="*/ 2123432 h 4310537"/>
                <a:gd name="connsiteX63" fmla="*/ 2410542 w 2523949"/>
                <a:gd name="connsiteY63" fmla="*/ 2119933 h 4310537"/>
                <a:gd name="connsiteX64" fmla="*/ 2410542 w 2523949"/>
                <a:gd name="connsiteY64" fmla="*/ 2097049 h 4310537"/>
                <a:gd name="connsiteX65" fmla="*/ 2410542 w 2523949"/>
                <a:gd name="connsiteY65" fmla="*/ 1981658 h 4310537"/>
                <a:gd name="connsiteX66" fmla="*/ 2410542 w 2523949"/>
                <a:gd name="connsiteY66" fmla="*/ 1956221 h 4310537"/>
                <a:gd name="connsiteX67" fmla="*/ 2410542 w 2523949"/>
                <a:gd name="connsiteY67" fmla="*/ 1949425 h 4310537"/>
                <a:gd name="connsiteX68" fmla="*/ 2410542 w 2523949"/>
                <a:gd name="connsiteY68" fmla="*/ 1947364 h 4310537"/>
                <a:gd name="connsiteX69" fmla="*/ 2410542 w 2523949"/>
                <a:gd name="connsiteY69" fmla="*/ 1934122 h 4310537"/>
                <a:gd name="connsiteX70" fmla="*/ 2410542 w 2523949"/>
                <a:gd name="connsiteY70" fmla="*/ 1932932 h 4310537"/>
                <a:gd name="connsiteX71" fmla="*/ 2410542 w 2523949"/>
                <a:gd name="connsiteY71" fmla="*/ 1906549 h 4310537"/>
                <a:gd name="connsiteX72" fmla="*/ 2410542 w 2523949"/>
                <a:gd name="connsiteY72" fmla="*/ 1882214 h 4310537"/>
                <a:gd name="connsiteX73" fmla="*/ 2410542 w 2523949"/>
                <a:gd name="connsiteY73" fmla="*/ 1861030 h 4310537"/>
                <a:gd name="connsiteX74" fmla="*/ 2410542 w 2523949"/>
                <a:gd name="connsiteY74" fmla="*/ 1791158 h 4310537"/>
                <a:gd name="connsiteX75" fmla="*/ 2410542 w 2523949"/>
                <a:gd name="connsiteY75" fmla="*/ 1747978 h 4310537"/>
                <a:gd name="connsiteX76" fmla="*/ 2410542 w 2523949"/>
                <a:gd name="connsiteY76" fmla="*/ 1709102 h 4310537"/>
                <a:gd name="connsiteX77" fmla="*/ 1261975 w 2523949"/>
                <a:gd name="connsiteY77" fmla="*/ 135606 h 4310537"/>
                <a:gd name="connsiteX78" fmla="*/ 1145043 w 2523949"/>
                <a:gd name="connsiteY78" fmla="*/ 162467 h 4310537"/>
                <a:gd name="connsiteX79" fmla="*/ 230339 w 2523949"/>
                <a:gd name="connsiteY79" fmla="*/ 690261 h 4310537"/>
                <a:gd name="connsiteX80" fmla="*/ 113408 w 2523949"/>
                <a:gd name="connsiteY80" fmla="*/ 893838 h 4310537"/>
                <a:gd name="connsiteX81" fmla="*/ 113408 w 2523949"/>
                <a:gd name="connsiteY81" fmla="*/ 1082390 h 4310537"/>
                <a:gd name="connsiteX82" fmla="*/ 2410542 w 2523949"/>
                <a:gd name="connsiteY82" fmla="*/ 1082390 h 4310537"/>
                <a:gd name="connsiteX83" fmla="*/ 2410542 w 2523949"/>
                <a:gd name="connsiteY83" fmla="*/ 893838 h 4310537"/>
                <a:gd name="connsiteX84" fmla="*/ 2293610 w 2523949"/>
                <a:gd name="connsiteY84" fmla="*/ 690261 h 4310537"/>
                <a:gd name="connsiteX85" fmla="*/ 1378906 w 2523949"/>
                <a:gd name="connsiteY85" fmla="*/ 162467 h 4310537"/>
                <a:gd name="connsiteX86" fmla="*/ 1261975 w 2523949"/>
                <a:gd name="connsiteY86" fmla="*/ 135606 h 4310537"/>
                <a:gd name="connsiteX87" fmla="*/ 1261975 w 2523949"/>
                <a:gd name="connsiteY87" fmla="*/ 0 h 4310537"/>
                <a:gd name="connsiteX88" fmla="*/ 1390452 w 2523949"/>
                <a:gd name="connsiteY88" fmla="*/ 29513 h 4310537"/>
                <a:gd name="connsiteX89" fmla="*/ 2395472 w 2523949"/>
                <a:gd name="connsiteY89" fmla="*/ 609420 h 4310537"/>
                <a:gd name="connsiteX90" fmla="*/ 2523949 w 2523949"/>
                <a:gd name="connsiteY90" fmla="*/ 833098 h 4310537"/>
                <a:gd name="connsiteX91" fmla="*/ 2523949 w 2523949"/>
                <a:gd name="connsiteY91" fmla="*/ 1974790 h 4310537"/>
                <a:gd name="connsiteX92" fmla="*/ 2523949 w 2523949"/>
                <a:gd name="connsiteY92" fmla="*/ 1976098 h 4310537"/>
                <a:gd name="connsiteX93" fmla="*/ 2523949 w 2523949"/>
                <a:gd name="connsiteY93" fmla="*/ 1990647 h 4310537"/>
                <a:gd name="connsiteX94" fmla="*/ 2523949 w 2523949"/>
                <a:gd name="connsiteY94" fmla="*/ 1992912 h 4310537"/>
                <a:gd name="connsiteX95" fmla="*/ 2523949 w 2523949"/>
                <a:gd name="connsiteY95" fmla="*/ 2000379 h 4310537"/>
                <a:gd name="connsiteX96" fmla="*/ 2523949 w 2523949"/>
                <a:gd name="connsiteY96" fmla="*/ 2180255 h 4310537"/>
                <a:gd name="connsiteX97" fmla="*/ 2523949 w 2523949"/>
                <a:gd name="connsiteY97" fmla="*/ 2204536 h 4310537"/>
                <a:gd name="connsiteX98" fmla="*/ 2523949 w 2523949"/>
                <a:gd name="connsiteY98" fmla="*/ 2358928 h 4310537"/>
                <a:gd name="connsiteX99" fmla="*/ 2523949 w 2523949"/>
                <a:gd name="connsiteY99" fmla="*/ 2383208 h 4310537"/>
                <a:gd name="connsiteX100" fmla="*/ 2523949 w 2523949"/>
                <a:gd name="connsiteY100" fmla="*/ 2513815 h 4310537"/>
                <a:gd name="connsiteX101" fmla="*/ 2523949 w 2523949"/>
                <a:gd name="connsiteY101" fmla="*/ 2538095 h 4310537"/>
                <a:gd name="connsiteX102" fmla="*/ 2523949 w 2523949"/>
                <a:gd name="connsiteY102" fmla="*/ 2646616 h 4310537"/>
                <a:gd name="connsiteX103" fmla="*/ 2523949 w 2523949"/>
                <a:gd name="connsiteY103" fmla="*/ 2670896 h 4310537"/>
                <a:gd name="connsiteX104" fmla="*/ 2523949 w 2523949"/>
                <a:gd name="connsiteY104" fmla="*/ 2759029 h 4310537"/>
                <a:gd name="connsiteX105" fmla="*/ 2523949 w 2523949"/>
                <a:gd name="connsiteY105" fmla="*/ 2783310 h 4310537"/>
                <a:gd name="connsiteX106" fmla="*/ 2523949 w 2523949"/>
                <a:gd name="connsiteY106" fmla="*/ 2852754 h 4310537"/>
                <a:gd name="connsiteX107" fmla="*/ 2523949 w 2523949"/>
                <a:gd name="connsiteY107" fmla="*/ 2877035 h 4310537"/>
                <a:gd name="connsiteX108" fmla="*/ 2523949 w 2523949"/>
                <a:gd name="connsiteY108" fmla="*/ 2929490 h 4310537"/>
                <a:gd name="connsiteX109" fmla="*/ 2523949 w 2523949"/>
                <a:gd name="connsiteY109" fmla="*/ 2953771 h 4310537"/>
                <a:gd name="connsiteX110" fmla="*/ 2523949 w 2523949"/>
                <a:gd name="connsiteY110" fmla="*/ 2990936 h 4310537"/>
                <a:gd name="connsiteX111" fmla="*/ 2523949 w 2523949"/>
                <a:gd name="connsiteY111" fmla="*/ 3015216 h 4310537"/>
                <a:gd name="connsiteX112" fmla="*/ 2523949 w 2523949"/>
                <a:gd name="connsiteY112" fmla="*/ 3074750 h 4310537"/>
                <a:gd name="connsiteX113" fmla="*/ 2523949 w 2523949"/>
                <a:gd name="connsiteY113" fmla="*/ 3099031 h 4310537"/>
                <a:gd name="connsiteX114" fmla="*/ 2523949 w 2523949"/>
                <a:gd name="connsiteY114" fmla="*/ 3117790 h 4310537"/>
                <a:gd name="connsiteX115" fmla="*/ 2523949 w 2523949"/>
                <a:gd name="connsiteY115" fmla="*/ 3135912 h 4310537"/>
                <a:gd name="connsiteX116" fmla="*/ 2523949 w 2523949"/>
                <a:gd name="connsiteY116" fmla="*/ 3142071 h 4310537"/>
                <a:gd name="connsiteX117" fmla="*/ 2523949 w 2523949"/>
                <a:gd name="connsiteY117" fmla="*/ 3143379 h 4310537"/>
                <a:gd name="connsiteX118" fmla="*/ 2523949 w 2523949"/>
                <a:gd name="connsiteY118" fmla="*/ 3157927 h 4310537"/>
                <a:gd name="connsiteX119" fmla="*/ 2523949 w 2523949"/>
                <a:gd name="connsiteY119" fmla="*/ 3160193 h 4310537"/>
                <a:gd name="connsiteX120" fmla="*/ 2523949 w 2523949"/>
                <a:gd name="connsiteY120" fmla="*/ 3347536 h 4310537"/>
                <a:gd name="connsiteX121" fmla="*/ 2523949 w 2523949"/>
                <a:gd name="connsiteY121" fmla="*/ 3402691 h 4310537"/>
                <a:gd name="connsiteX122" fmla="*/ 2523948 w 2523949"/>
                <a:gd name="connsiteY122" fmla="*/ 3402691 h 4310537"/>
                <a:gd name="connsiteX123" fmla="*/ 2523948 w 2523949"/>
                <a:gd name="connsiteY123" fmla="*/ 3411812 h 4310537"/>
                <a:gd name="connsiteX124" fmla="*/ 2523948 w 2523949"/>
                <a:gd name="connsiteY124" fmla="*/ 3475886 h 4310537"/>
                <a:gd name="connsiteX125" fmla="*/ 2395471 w 2523949"/>
                <a:gd name="connsiteY125" fmla="*/ 3699565 h 4310537"/>
                <a:gd name="connsiteX126" fmla="*/ 1390451 w 2523949"/>
                <a:gd name="connsiteY126" fmla="*/ 4279472 h 4310537"/>
                <a:gd name="connsiteX127" fmla="*/ 1133497 w 2523949"/>
                <a:gd name="connsiteY127" fmla="*/ 4279472 h 4310537"/>
                <a:gd name="connsiteX128" fmla="*/ 128477 w 2523949"/>
                <a:gd name="connsiteY128" fmla="*/ 3699565 h 4310537"/>
                <a:gd name="connsiteX129" fmla="*/ 0 w 2523949"/>
                <a:gd name="connsiteY129" fmla="*/ 3475886 h 4310537"/>
                <a:gd name="connsiteX130" fmla="*/ 0 w 2523949"/>
                <a:gd name="connsiteY130" fmla="*/ 2884161 h 4310537"/>
                <a:gd name="connsiteX131" fmla="*/ 1 w 2523949"/>
                <a:gd name="connsiteY131" fmla="*/ 2884161 h 4310537"/>
                <a:gd name="connsiteX132" fmla="*/ 1 w 2523949"/>
                <a:gd name="connsiteY132" fmla="*/ 2000379 h 4310537"/>
                <a:gd name="connsiteX133" fmla="*/ 1 w 2523949"/>
                <a:gd name="connsiteY133" fmla="*/ 1992912 h 4310537"/>
                <a:gd name="connsiteX134" fmla="*/ 1 w 2523949"/>
                <a:gd name="connsiteY134" fmla="*/ 1976098 h 4310537"/>
                <a:gd name="connsiteX135" fmla="*/ 1 w 2523949"/>
                <a:gd name="connsiteY135" fmla="*/ 833098 h 4310537"/>
                <a:gd name="connsiteX136" fmla="*/ 128478 w 2523949"/>
                <a:gd name="connsiteY136" fmla="*/ 609420 h 4310537"/>
                <a:gd name="connsiteX137" fmla="*/ 1133498 w 2523949"/>
                <a:gd name="connsiteY137" fmla="*/ 29513 h 4310537"/>
                <a:gd name="connsiteX138" fmla="*/ 1261975 w 2523949"/>
                <a:gd name="connsiteY138" fmla="*/ 0 h 431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2523949" h="4310537">
                  <a:moveTo>
                    <a:pt x="113408" y="1709102"/>
                  </a:moveTo>
                  <a:lnTo>
                    <a:pt x="113408" y="1934122"/>
                  </a:lnTo>
                  <a:lnTo>
                    <a:pt x="113408" y="1949425"/>
                  </a:lnTo>
                  <a:lnTo>
                    <a:pt x="113408" y="1956221"/>
                  </a:lnTo>
                  <a:lnTo>
                    <a:pt x="113408" y="2124622"/>
                  </a:lnTo>
                  <a:lnTo>
                    <a:pt x="113408" y="2139925"/>
                  </a:lnTo>
                  <a:lnTo>
                    <a:pt x="113408" y="2146721"/>
                  </a:lnTo>
                  <a:lnTo>
                    <a:pt x="113408" y="2989710"/>
                  </a:lnTo>
                  <a:lnTo>
                    <a:pt x="113408" y="2996506"/>
                  </a:lnTo>
                  <a:lnTo>
                    <a:pt x="113408" y="3011809"/>
                  </a:lnTo>
                  <a:lnTo>
                    <a:pt x="113408" y="3180210"/>
                  </a:lnTo>
                  <a:lnTo>
                    <a:pt x="113408" y="3187006"/>
                  </a:lnTo>
                  <a:lnTo>
                    <a:pt x="113408" y="3202309"/>
                  </a:lnTo>
                  <a:lnTo>
                    <a:pt x="113408" y="3402691"/>
                  </a:lnTo>
                  <a:lnTo>
                    <a:pt x="113407" y="3402691"/>
                  </a:lnTo>
                  <a:lnTo>
                    <a:pt x="113407" y="3415286"/>
                  </a:lnTo>
                  <a:cubicBezTo>
                    <a:pt x="113407" y="3490685"/>
                    <a:pt x="166215" y="3581164"/>
                    <a:pt x="230338" y="3618864"/>
                  </a:cubicBezTo>
                  <a:cubicBezTo>
                    <a:pt x="230338" y="3618864"/>
                    <a:pt x="230338" y="3618864"/>
                    <a:pt x="1145042" y="4146658"/>
                  </a:cubicBezTo>
                  <a:cubicBezTo>
                    <a:pt x="1209166" y="4184357"/>
                    <a:pt x="1314782" y="4184357"/>
                    <a:pt x="1378905" y="4146658"/>
                  </a:cubicBezTo>
                  <a:cubicBezTo>
                    <a:pt x="1378905" y="4146658"/>
                    <a:pt x="1378905" y="4146658"/>
                    <a:pt x="2293609" y="3618864"/>
                  </a:cubicBezTo>
                  <a:cubicBezTo>
                    <a:pt x="2357733" y="3581164"/>
                    <a:pt x="2410541" y="3490685"/>
                    <a:pt x="2410541" y="3415286"/>
                  </a:cubicBezTo>
                  <a:cubicBezTo>
                    <a:pt x="2410541" y="3415286"/>
                    <a:pt x="2410541" y="3415286"/>
                    <a:pt x="2410541" y="3306564"/>
                  </a:cubicBezTo>
                  <a:lnTo>
                    <a:pt x="2410541" y="3224786"/>
                  </a:lnTo>
                  <a:lnTo>
                    <a:pt x="2410541" y="3223087"/>
                  </a:lnTo>
                  <a:lnTo>
                    <a:pt x="2410541" y="3211196"/>
                  </a:lnTo>
                  <a:lnTo>
                    <a:pt x="2410541" y="3202938"/>
                  </a:lnTo>
                  <a:lnTo>
                    <a:pt x="2410541" y="3178919"/>
                  </a:lnTo>
                  <a:lnTo>
                    <a:pt x="2410541" y="3116064"/>
                  </a:lnTo>
                  <a:lnTo>
                    <a:pt x="2410541" y="3048349"/>
                  </a:lnTo>
                  <a:lnTo>
                    <a:pt x="2410541" y="3012438"/>
                  </a:lnTo>
                  <a:lnTo>
                    <a:pt x="2410541" y="2948758"/>
                  </a:lnTo>
                  <a:lnTo>
                    <a:pt x="2410541" y="2884161"/>
                  </a:lnTo>
                  <a:lnTo>
                    <a:pt x="2410542" y="2884161"/>
                  </a:lnTo>
                  <a:lnTo>
                    <a:pt x="2410542" y="2879860"/>
                  </a:lnTo>
                  <a:lnTo>
                    <a:pt x="2410542" y="2859294"/>
                  </a:lnTo>
                  <a:lnTo>
                    <a:pt x="2410542" y="2857762"/>
                  </a:lnTo>
                  <a:lnTo>
                    <a:pt x="2410542" y="2837195"/>
                  </a:lnTo>
                  <a:lnTo>
                    <a:pt x="2410542" y="2823937"/>
                  </a:lnTo>
                  <a:lnTo>
                    <a:pt x="2410542" y="2801838"/>
                  </a:lnTo>
                  <a:lnTo>
                    <a:pt x="2410542" y="2756982"/>
                  </a:lnTo>
                  <a:lnTo>
                    <a:pt x="2410542" y="2754097"/>
                  </a:lnTo>
                  <a:lnTo>
                    <a:pt x="2410542" y="2734884"/>
                  </a:lnTo>
                  <a:lnTo>
                    <a:pt x="2410542" y="2731998"/>
                  </a:lnTo>
                  <a:lnTo>
                    <a:pt x="2410542" y="2668794"/>
                  </a:lnTo>
                  <a:lnTo>
                    <a:pt x="2410542" y="2646695"/>
                  </a:lnTo>
                  <a:lnTo>
                    <a:pt x="2410542" y="2636115"/>
                  </a:lnTo>
                  <a:lnTo>
                    <a:pt x="2410542" y="2614017"/>
                  </a:lnTo>
                  <a:lnTo>
                    <a:pt x="2410542" y="2566482"/>
                  </a:lnTo>
                  <a:lnTo>
                    <a:pt x="2410542" y="2544384"/>
                  </a:lnTo>
                  <a:lnTo>
                    <a:pt x="2410542" y="2495147"/>
                  </a:lnTo>
                  <a:lnTo>
                    <a:pt x="2410542" y="2473049"/>
                  </a:lnTo>
                  <a:lnTo>
                    <a:pt x="2410542" y="2445615"/>
                  </a:lnTo>
                  <a:lnTo>
                    <a:pt x="2410542" y="2423517"/>
                  </a:lnTo>
                  <a:lnTo>
                    <a:pt x="2410542" y="2332532"/>
                  </a:lnTo>
                  <a:lnTo>
                    <a:pt x="2410542" y="2310433"/>
                  </a:lnTo>
                  <a:lnTo>
                    <a:pt x="2410542" y="2304647"/>
                  </a:lnTo>
                  <a:lnTo>
                    <a:pt x="2410542" y="2282549"/>
                  </a:lnTo>
                  <a:lnTo>
                    <a:pt x="2410542" y="2146721"/>
                  </a:lnTo>
                  <a:lnTo>
                    <a:pt x="2410542" y="2142032"/>
                  </a:lnTo>
                  <a:lnTo>
                    <a:pt x="2410542" y="2139925"/>
                  </a:lnTo>
                  <a:lnTo>
                    <a:pt x="2410542" y="2137864"/>
                  </a:lnTo>
                  <a:lnTo>
                    <a:pt x="2410542" y="2124622"/>
                  </a:lnTo>
                  <a:lnTo>
                    <a:pt x="2410542" y="2123432"/>
                  </a:lnTo>
                  <a:lnTo>
                    <a:pt x="2410542" y="2119933"/>
                  </a:lnTo>
                  <a:lnTo>
                    <a:pt x="2410542" y="2097049"/>
                  </a:lnTo>
                  <a:cubicBezTo>
                    <a:pt x="2410542" y="2073661"/>
                    <a:pt x="2410542" y="2037517"/>
                    <a:pt x="2410542" y="1981658"/>
                  </a:cubicBezTo>
                  <a:lnTo>
                    <a:pt x="2410542" y="1956221"/>
                  </a:lnTo>
                  <a:lnTo>
                    <a:pt x="2410542" y="1949425"/>
                  </a:lnTo>
                  <a:lnTo>
                    <a:pt x="2410542" y="1947364"/>
                  </a:lnTo>
                  <a:lnTo>
                    <a:pt x="2410542" y="1934122"/>
                  </a:lnTo>
                  <a:lnTo>
                    <a:pt x="2410542" y="1932932"/>
                  </a:lnTo>
                  <a:lnTo>
                    <a:pt x="2410542" y="1906549"/>
                  </a:lnTo>
                  <a:lnTo>
                    <a:pt x="2410542" y="1882214"/>
                  </a:lnTo>
                  <a:lnTo>
                    <a:pt x="2410542" y="1861030"/>
                  </a:lnTo>
                  <a:lnTo>
                    <a:pt x="2410542" y="1791158"/>
                  </a:lnTo>
                  <a:lnTo>
                    <a:pt x="2410542" y="1747978"/>
                  </a:lnTo>
                  <a:lnTo>
                    <a:pt x="2410542" y="1709102"/>
                  </a:lnTo>
                  <a:close/>
                  <a:moveTo>
                    <a:pt x="1261975" y="135606"/>
                  </a:moveTo>
                  <a:cubicBezTo>
                    <a:pt x="1219540" y="135606"/>
                    <a:pt x="1177106" y="144559"/>
                    <a:pt x="1145043" y="162467"/>
                  </a:cubicBezTo>
                  <a:cubicBezTo>
                    <a:pt x="1145043" y="162467"/>
                    <a:pt x="1145043" y="162467"/>
                    <a:pt x="230339" y="690261"/>
                  </a:cubicBezTo>
                  <a:cubicBezTo>
                    <a:pt x="166216" y="727960"/>
                    <a:pt x="113408" y="820324"/>
                    <a:pt x="113408" y="893838"/>
                  </a:cubicBezTo>
                  <a:lnTo>
                    <a:pt x="113408" y="1082390"/>
                  </a:lnTo>
                  <a:lnTo>
                    <a:pt x="2410542" y="1082390"/>
                  </a:lnTo>
                  <a:lnTo>
                    <a:pt x="2410542" y="893838"/>
                  </a:lnTo>
                  <a:cubicBezTo>
                    <a:pt x="2410542" y="820324"/>
                    <a:pt x="2357734" y="727960"/>
                    <a:pt x="2293610" y="690261"/>
                  </a:cubicBezTo>
                  <a:cubicBezTo>
                    <a:pt x="2293610" y="690261"/>
                    <a:pt x="2293610" y="690261"/>
                    <a:pt x="1378906" y="162467"/>
                  </a:cubicBezTo>
                  <a:cubicBezTo>
                    <a:pt x="1346844" y="144559"/>
                    <a:pt x="1304410" y="135606"/>
                    <a:pt x="1261975" y="135606"/>
                  </a:cubicBezTo>
                  <a:close/>
                  <a:moveTo>
                    <a:pt x="1261975" y="0"/>
                  </a:moveTo>
                  <a:cubicBezTo>
                    <a:pt x="1308600" y="0"/>
                    <a:pt x="1355224" y="9837"/>
                    <a:pt x="1390452" y="29513"/>
                  </a:cubicBezTo>
                  <a:cubicBezTo>
                    <a:pt x="2395472" y="609420"/>
                    <a:pt x="2395472" y="609420"/>
                    <a:pt x="2395472" y="609420"/>
                  </a:cubicBezTo>
                  <a:cubicBezTo>
                    <a:pt x="2465927" y="650842"/>
                    <a:pt x="2523949" y="752325"/>
                    <a:pt x="2523949" y="833098"/>
                  </a:cubicBezTo>
                  <a:cubicBezTo>
                    <a:pt x="2523949" y="1702959"/>
                    <a:pt x="2523949" y="1920424"/>
                    <a:pt x="2523949" y="1974790"/>
                  </a:cubicBezTo>
                  <a:lnTo>
                    <a:pt x="2523949" y="1976098"/>
                  </a:lnTo>
                  <a:lnTo>
                    <a:pt x="2523949" y="1990647"/>
                  </a:lnTo>
                  <a:lnTo>
                    <a:pt x="2523949" y="1992912"/>
                  </a:lnTo>
                  <a:lnTo>
                    <a:pt x="2523949" y="2000379"/>
                  </a:lnTo>
                  <a:lnTo>
                    <a:pt x="2523949" y="2180255"/>
                  </a:lnTo>
                  <a:lnTo>
                    <a:pt x="2523949" y="2204536"/>
                  </a:lnTo>
                  <a:lnTo>
                    <a:pt x="2523949" y="2358928"/>
                  </a:lnTo>
                  <a:lnTo>
                    <a:pt x="2523949" y="2383208"/>
                  </a:lnTo>
                  <a:lnTo>
                    <a:pt x="2523949" y="2513815"/>
                  </a:lnTo>
                  <a:lnTo>
                    <a:pt x="2523949" y="2538095"/>
                  </a:lnTo>
                  <a:lnTo>
                    <a:pt x="2523949" y="2646616"/>
                  </a:lnTo>
                  <a:lnTo>
                    <a:pt x="2523949" y="2670896"/>
                  </a:lnTo>
                  <a:lnTo>
                    <a:pt x="2523949" y="2759029"/>
                  </a:lnTo>
                  <a:lnTo>
                    <a:pt x="2523949" y="2783310"/>
                  </a:lnTo>
                  <a:lnTo>
                    <a:pt x="2523949" y="2852754"/>
                  </a:lnTo>
                  <a:lnTo>
                    <a:pt x="2523949" y="2877035"/>
                  </a:lnTo>
                  <a:lnTo>
                    <a:pt x="2523949" y="2929490"/>
                  </a:lnTo>
                  <a:lnTo>
                    <a:pt x="2523949" y="2953771"/>
                  </a:lnTo>
                  <a:lnTo>
                    <a:pt x="2523949" y="2990936"/>
                  </a:lnTo>
                  <a:lnTo>
                    <a:pt x="2523949" y="3015216"/>
                  </a:lnTo>
                  <a:lnTo>
                    <a:pt x="2523949" y="3074750"/>
                  </a:lnTo>
                  <a:lnTo>
                    <a:pt x="2523949" y="3099031"/>
                  </a:lnTo>
                  <a:lnTo>
                    <a:pt x="2523949" y="3117790"/>
                  </a:lnTo>
                  <a:cubicBezTo>
                    <a:pt x="2523949" y="3135912"/>
                    <a:pt x="2523949" y="3135912"/>
                    <a:pt x="2523949" y="3135912"/>
                  </a:cubicBezTo>
                  <a:lnTo>
                    <a:pt x="2523949" y="3142071"/>
                  </a:lnTo>
                  <a:lnTo>
                    <a:pt x="2523949" y="3143379"/>
                  </a:lnTo>
                  <a:lnTo>
                    <a:pt x="2523949" y="3157927"/>
                  </a:lnTo>
                  <a:lnTo>
                    <a:pt x="2523949" y="3160193"/>
                  </a:lnTo>
                  <a:lnTo>
                    <a:pt x="2523949" y="3347536"/>
                  </a:lnTo>
                  <a:lnTo>
                    <a:pt x="2523949" y="3402691"/>
                  </a:lnTo>
                  <a:lnTo>
                    <a:pt x="2523948" y="3402691"/>
                  </a:lnTo>
                  <a:lnTo>
                    <a:pt x="2523948" y="3411812"/>
                  </a:lnTo>
                  <a:cubicBezTo>
                    <a:pt x="2523948" y="3475886"/>
                    <a:pt x="2523948" y="3475886"/>
                    <a:pt x="2523948" y="3475886"/>
                  </a:cubicBezTo>
                  <a:cubicBezTo>
                    <a:pt x="2523948" y="3558730"/>
                    <a:pt x="2465926" y="3658142"/>
                    <a:pt x="2395471" y="3699565"/>
                  </a:cubicBezTo>
                  <a:cubicBezTo>
                    <a:pt x="1390451" y="4279472"/>
                    <a:pt x="1390451" y="4279472"/>
                    <a:pt x="1390451" y="4279472"/>
                  </a:cubicBezTo>
                  <a:cubicBezTo>
                    <a:pt x="1319996" y="4320893"/>
                    <a:pt x="1203952" y="4320893"/>
                    <a:pt x="1133497" y="4279472"/>
                  </a:cubicBezTo>
                  <a:cubicBezTo>
                    <a:pt x="128477" y="3699565"/>
                    <a:pt x="128477" y="3699565"/>
                    <a:pt x="128477" y="3699565"/>
                  </a:cubicBezTo>
                  <a:cubicBezTo>
                    <a:pt x="58022" y="3658142"/>
                    <a:pt x="0" y="3558730"/>
                    <a:pt x="0" y="3475886"/>
                  </a:cubicBezTo>
                  <a:lnTo>
                    <a:pt x="0" y="2884161"/>
                  </a:lnTo>
                  <a:lnTo>
                    <a:pt x="1" y="2884161"/>
                  </a:lnTo>
                  <a:lnTo>
                    <a:pt x="1" y="2000379"/>
                  </a:lnTo>
                  <a:lnTo>
                    <a:pt x="1" y="1992912"/>
                  </a:lnTo>
                  <a:lnTo>
                    <a:pt x="1" y="1976098"/>
                  </a:lnTo>
                  <a:lnTo>
                    <a:pt x="1" y="833098"/>
                  </a:lnTo>
                  <a:cubicBezTo>
                    <a:pt x="1" y="752325"/>
                    <a:pt x="58023" y="650842"/>
                    <a:pt x="128478" y="609420"/>
                  </a:cubicBezTo>
                  <a:cubicBezTo>
                    <a:pt x="1133498" y="29513"/>
                    <a:pt x="1133498" y="29513"/>
                    <a:pt x="1133498" y="29513"/>
                  </a:cubicBezTo>
                  <a:cubicBezTo>
                    <a:pt x="1168726" y="9837"/>
                    <a:pt x="1215350" y="0"/>
                    <a:pt x="1261975" y="0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400" dirty="0">
                <a:ea typeface="字魂59号-创粗黑" panose="00000500000000000000" charset="-122"/>
              </a:endParaRPr>
            </a:p>
          </p:txBody>
        </p:sp>
        <p:sp>
          <p:nvSpPr>
            <p:cNvPr id="49" name="TextBox 29"/>
            <p:cNvSpPr txBox="1"/>
            <p:nvPr/>
          </p:nvSpPr>
          <p:spPr>
            <a:xfrm>
              <a:off x="1331903" y="4042095"/>
              <a:ext cx="2105098" cy="17801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您的内容打在这里，或者通过复制您的文本后，在此框中选择粘贴。您的内容打在这里，或者通过复制您的文本后，在此框中选择粘贴。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50" name="TextBox 30"/>
            <p:cNvSpPr txBox="1"/>
            <p:nvPr/>
          </p:nvSpPr>
          <p:spPr>
            <a:xfrm>
              <a:off x="1639680" y="3352862"/>
              <a:ext cx="179732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国外现状</a:t>
              </a:r>
              <a:endParaRPr lang="zh-CN" altLang="en-US" sz="28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51" name="TextBox 20"/>
            <p:cNvSpPr txBox="1"/>
            <p:nvPr/>
          </p:nvSpPr>
          <p:spPr>
            <a:xfrm>
              <a:off x="2107369" y="2551571"/>
              <a:ext cx="525786" cy="61555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4000" spc="400" dirty="0">
                  <a:solidFill>
                    <a:srgbClr val="004E94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02</a:t>
              </a:r>
              <a:endParaRPr lang="zh-CN" altLang="en-US" sz="4000" spc="400" dirty="0">
                <a:solidFill>
                  <a:srgbClr val="004E94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sp>
        <p:nvSpPr>
          <p:cNvPr id="52" name="Freeform 5"/>
          <p:cNvSpPr>
            <a:spLocks noEditPoints="1"/>
          </p:cNvSpPr>
          <p:nvPr/>
        </p:nvSpPr>
        <p:spPr bwMode="auto">
          <a:xfrm>
            <a:off x="621113" y="2196686"/>
            <a:ext cx="2779576" cy="2765014"/>
          </a:xfrm>
          <a:custGeom>
            <a:avLst/>
            <a:gdLst>
              <a:gd name="T0" fmla="*/ 2474 w 4948"/>
              <a:gd name="T1" fmla="*/ 4348 h 4921"/>
              <a:gd name="T2" fmla="*/ 2474 w 4948"/>
              <a:gd name="T3" fmla="*/ 573 h 4921"/>
              <a:gd name="T4" fmla="*/ 2675 w 4948"/>
              <a:gd name="T5" fmla="*/ 0 h 4921"/>
              <a:gd name="T6" fmla="*/ 2178 w 4948"/>
              <a:gd name="T7" fmla="*/ 391 h 4921"/>
              <a:gd name="T8" fmla="*/ 1696 w 4948"/>
              <a:gd name="T9" fmla="*/ 116 h 4921"/>
              <a:gd name="T10" fmla="*/ 1393 w 4948"/>
              <a:gd name="T11" fmla="*/ 677 h 4921"/>
              <a:gd name="T12" fmla="*/ 867 w 4948"/>
              <a:gd name="T13" fmla="*/ 579 h 4921"/>
              <a:gd name="T14" fmla="*/ 801 w 4948"/>
              <a:gd name="T15" fmla="*/ 1218 h 4921"/>
              <a:gd name="T16" fmla="*/ 245 w 4948"/>
              <a:gd name="T17" fmla="*/ 1374 h 4921"/>
              <a:gd name="T18" fmla="*/ 444 w 4948"/>
              <a:gd name="T19" fmla="*/ 1988 h 4921"/>
              <a:gd name="T20" fmla="*/ 0 w 4948"/>
              <a:gd name="T21" fmla="*/ 2260 h 4921"/>
              <a:gd name="T22" fmla="*/ 412 w 4948"/>
              <a:gd name="T23" fmla="*/ 2760 h 4921"/>
              <a:gd name="T24" fmla="*/ 109 w 4948"/>
              <a:gd name="T25" fmla="*/ 3210 h 4921"/>
              <a:gd name="T26" fmla="*/ 678 w 4948"/>
              <a:gd name="T27" fmla="*/ 3517 h 4921"/>
              <a:gd name="T28" fmla="*/ 582 w 4948"/>
              <a:gd name="T29" fmla="*/ 4059 h 4921"/>
              <a:gd name="T30" fmla="*/ 1221 w 4948"/>
              <a:gd name="T31" fmla="*/ 4127 h 4921"/>
              <a:gd name="T32" fmla="*/ 1322 w 4948"/>
              <a:gd name="T33" fmla="*/ 4647 h 4921"/>
              <a:gd name="T34" fmla="*/ 1934 w 4948"/>
              <a:gd name="T35" fmla="*/ 4479 h 4921"/>
              <a:gd name="T36" fmla="*/ 2273 w 4948"/>
              <a:gd name="T37" fmla="*/ 4921 h 4921"/>
              <a:gd name="T38" fmla="*/ 2768 w 4948"/>
              <a:gd name="T39" fmla="*/ 4536 h 4921"/>
              <a:gd name="T40" fmla="*/ 3252 w 4948"/>
              <a:gd name="T41" fmla="*/ 4805 h 4921"/>
              <a:gd name="T42" fmla="*/ 3558 w 4948"/>
              <a:gd name="T43" fmla="*/ 4267 h 4921"/>
              <a:gd name="T44" fmla="*/ 4081 w 4948"/>
              <a:gd name="T45" fmla="*/ 4342 h 4921"/>
              <a:gd name="T46" fmla="*/ 4165 w 4948"/>
              <a:gd name="T47" fmla="*/ 3735 h 4921"/>
              <a:gd name="T48" fmla="*/ 4703 w 4948"/>
              <a:gd name="T49" fmla="*/ 3547 h 4921"/>
              <a:gd name="T50" fmla="*/ 4540 w 4948"/>
              <a:gd name="T51" fmla="*/ 2959 h 4921"/>
              <a:gd name="T52" fmla="*/ 4948 w 4948"/>
              <a:gd name="T53" fmla="*/ 2661 h 4921"/>
              <a:gd name="T54" fmla="*/ 4580 w 4948"/>
              <a:gd name="T55" fmla="*/ 2173 h 4921"/>
              <a:gd name="T56" fmla="*/ 4839 w 4948"/>
              <a:gd name="T57" fmla="*/ 1711 h 4921"/>
              <a:gd name="T58" fmla="*/ 4310 w 4948"/>
              <a:gd name="T59" fmla="*/ 1399 h 4921"/>
              <a:gd name="T60" fmla="*/ 4366 w 4948"/>
              <a:gd name="T61" fmla="*/ 862 h 4921"/>
              <a:gd name="T62" fmla="*/ 3752 w 4948"/>
              <a:gd name="T63" fmla="*/ 781 h 4921"/>
              <a:gd name="T64" fmla="*/ 3626 w 4948"/>
              <a:gd name="T65" fmla="*/ 274 h 4921"/>
              <a:gd name="T66" fmla="*/ 3022 w 4948"/>
              <a:gd name="T67" fmla="*/ 433 h 4921"/>
              <a:gd name="T68" fmla="*/ 2675 w 4948"/>
              <a:gd name="T69" fmla="*/ 0 h 4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48" h="4921">
                <a:moveTo>
                  <a:pt x="4362" y="2461"/>
                </a:moveTo>
                <a:cubicBezTo>
                  <a:pt x="4362" y="3503"/>
                  <a:pt x="3517" y="4348"/>
                  <a:pt x="2474" y="4348"/>
                </a:cubicBezTo>
                <a:cubicBezTo>
                  <a:pt x="1431" y="4348"/>
                  <a:pt x="586" y="3503"/>
                  <a:pt x="586" y="2461"/>
                </a:cubicBezTo>
                <a:cubicBezTo>
                  <a:pt x="586" y="1418"/>
                  <a:pt x="1431" y="573"/>
                  <a:pt x="2474" y="573"/>
                </a:cubicBezTo>
                <a:cubicBezTo>
                  <a:pt x="3517" y="573"/>
                  <a:pt x="4362" y="1418"/>
                  <a:pt x="4362" y="2461"/>
                </a:cubicBezTo>
                <a:close/>
                <a:moveTo>
                  <a:pt x="2675" y="0"/>
                </a:moveTo>
                <a:lnTo>
                  <a:pt x="2282" y="0"/>
                </a:lnTo>
                <a:lnTo>
                  <a:pt x="2178" y="391"/>
                </a:lnTo>
                <a:cubicBezTo>
                  <a:pt x="2097" y="403"/>
                  <a:pt x="2017" y="420"/>
                  <a:pt x="1939" y="441"/>
                </a:cubicBezTo>
                <a:lnTo>
                  <a:pt x="1696" y="116"/>
                </a:lnTo>
                <a:lnTo>
                  <a:pt x="1334" y="269"/>
                </a:lnTo>
                <a:lnTo>
                  <a:pt x="1393" y="677"/>
                </a:lnTo>
                <a:cubicBezTo>
                  <a:pt x="1334" y="713"/>
                  <a:pt x="1276" y="752"/>
                  <a:pt x="1221" y="794"/>
                </a:cubicBezTo>
                <a:lnTo>
                  <a:pt x="867" y="579"/>
                </a:lnTo>
                <a:lnTo>
                  <a:pt x="588" y="856"/>
                </a:lnTo>
                <a:lnTo>
                  <a:pt x="801" y="1218"/>
                </a:lnTo>
                <a:cubicBezTo>
                  <a:pt x="751" y="1286"/>
                  <a:pt x="704" y="1357"/>
                  <a:pt x="662" y="1431"/>
                </a:cubicBezTo>
                <a:lnTo>
                  <a:pt x="245" y="1374"/>
                </a:lnTo>
                <a:lnTo>
                  <a:pt x="101" y="1738"/>
                </a:lnTo>
                <a:lnTo>
                  <a:pt x="444" y="1988"/>
                </a:lnTo>
                <a:cubicBezTo>
                  <a:pt x="431" y="2045"/>
                  <a:pt x="420" y="2103"/>
                  <a:pt x="412" y="2161"/>
                </a:cubicBezTo>
                <a:lnTo>
                  <a:pt x="0" y="2260"/>
                </a:lnTo>
                <a:lnTo>
                  <a:pt x="0" y="2652"/>
                </a:lnTo>
                <a:lnTo>
                  <a:pt x="412" y="2760"/>
                </a:lnTo>
                <a:cubicBezTo>
                  <a:pt x="421" y="2829"/>
                  <a:pt x="435" y="2897"/>
                  <a:pt x="451" y="2963"/>
                </a:cubicBezTo>
                <a:lnTo>
                  <a:pt x="109" y="3210"/>
                </a:lnTo>
                <a:lnTo>
                  <a:pt x="259" y="3572"/>
                </a:lnTo>
                <a:lnTo>
                  <a:pt x="678" y="3517"/>
                </a:lnTo>
                <a:cubicBezTo>
                  <a:pt x="715" y="3581"/>
                  <a:pt x="756" y="3643"/>
                  <a:pt x="801" y="3703"/>
                </a:cubicBezTo>
                <a:lnTo>
                  <a:pt x="582" y="4059"/>
                </a:lnTo>
                <a:lnTo>
                  <a:pt x="861" y="4336"/>
                </a:lnTo>
                <a:lnTo>
                  <a:pt x="1221" y="4127"/>
                </a:lnTo>
                <a:cubicBezTo>
                  <a:pt x="1275" y="4168"/>
                  <a:pt x="1331" y="4206"/>
                  <a:pt x="1389" y="4242"/>
                </a:cubicBezTo>
                <a:lnTo>
                  <a:pt x="1322" y="4647"/>
                </a:lnTo>
                <a:lnTo>
                  <a:pt x="1684" y="4800"/>
                </a:lnTo>
                <a:lnTo>
                  <a:pt x="1934" y="4479"/>
                </a:lnTo>
                <a:cubicBezTo>
                  <a:pt x="2014" y="4500"/>
                  <a:pt x="2095" y="4518"/>
                  <a:pt x="2178" y="4531"/>
                </a:cubicBezTo>
                <a:lnTo>
                  <a:pt x="2273" y="4921"/>
                </a:lnTo>
                <a:lnTo>
                  <a:pt x="2667" y="4921"/>
                </a:lnTo>
                <a:lnTo>
                  <a:pt x="2768" y="4536"/>
                </a:lnTo>
                <a:cubicBezTo>
                  <a:pt x="2853" y="4525"/>
                  <a:pt x="2936" y="4510"/>
                  <a:pt x="3017" y="4489"/>
                </a:cubicBezTo>
                <a:lnTo>
                  <a:pt x="3252" y="4805"/>
                </a:lnTo>
                <a:lnTo>
                  <a:pt x="3614" y="4653"/>
                </a:lnTo>
                <a:lnTo>
                  <a:pt x="3558" y="4267"/>
                </a:lnTo>
                <a:cubicBezTo>
                  <a:pt x="3625" y="4229"/>
                  <a:pt x="3689" y="4187"/>
                  <a:pt x="3750" y="4141"/>
                </a:cubicBezTo>
                <a:lnTo>
                  <a:pt x="4081" y="4342"/>
                </a:lnTo>
                <a:lnTo>
                  <a:pt x="4360" y="4065"/>
                </a:lnTo>
                <a:lnTo>
                  <a:pt x="4165" y="3735"/>
                </a:lnTo>
                <a:cubicBezTo>
                  <a:pt x="4224" y="3659"/>
                  <a:pt x="4277" y="3579"/>
                  <a:pt x="4325" y="3495"/>
                </a:cubicBezTo>
                <a:lnTo>
                  <a:pt x="4703" y="3547"/>
                </a:lnTo>
                <a:lnTo>
                  <a:pt x="4847" y="3183"/>
                </a:lnTo>
                <a:lnTo>
                  <a:pt x="4540" y="2959"/>
                </a:lnTo>
                <a:cubicBezTo>
                  <a:pt x="4557" y="2891"/>
                  <a:pt x="4570" y="2821"/>
                  <a:pt x="4580" y="2749"/>
                </a:cubicBezTo>
                <a:lnTo>
                  <a:pt x="4948" y="2661"/>
                </a:lnTo>
                <a:lnTo>
                  <a:pt x="4948" y="2269"/>
                </a:lnTo>
                <a:lnTo>
                  <a:pt x="4580" y="2173"/>
                </a:lnTo>
                <a:cubicBezTo>
                  <a:pt x="4569" y="2091"/>
                  <a:pt x="4553" y="2011"/>
                  <a:pt x="4533" y="1932"/>
                </a:cubicBezTo>
                <a:lnTo>
                  <a:pt x="4839" y="1711"/>
                </a:lnTo>
                <a:lnTo>
                  <a:pt x="4690" y="1349"/>
                </a:lnTo>
                <a:lnTo>
                  <a:pt x="4310" y="1399"/>
                </a:lnTo>
                <a:cubicBezTo>
                  <a:pt x="4266" y="1326"/>
                  <a:pt x="4218" y="1255"/>
                  <a:pt x="4166" y="1188"/>
                </a:cubicBezTo>
                <a:lnTo>
                  <a:pt x="4366" y="862"/>
                </a:lnTo>
                <a:lnTo>
                  <a:pt x="4087" y="585"/>
                </a:lnTo>
                <a:lnTo>
                  <a:pt x="3752" y="781"/>
                </a:lnTo>
                <a:cubicBezTo>
                  <a:pt x="3691" y="736"/>
                  <a:pt x="3628" y="695"/>
                  <a:pt x="3563" y="656"/>
                </a:cubicBezTo>
                <a:lnTo>
                  <a:pt x="3626" y="274"/>
                </a:lnTo>
                <a:lnTo>
                  <a:pt x="3264" y="121"/>
                </a:lnTo>
                <a:lnTo>
                  <a:pt x="3022" y="433"/>
                </a:lnTo>
                <a:cubicBezTo>
                  <a:pt x="2939" y="412"/>
                  <a:pt x="2855" y="396"/>
                  <a:pt x="2769" y="385"/>
                </a:cubicBezTo>
                <a:lnTo>
                  <a:pt x="2675" y="0"/>
                </a:lnTo>
                <a:close/>
              </a:path>
            </a:pathLst>
          </a:custGeom>
          <a:solidFill>
            <a:srgbClr val="1A3F6C"/>
          </a:solidFill>
          <a:ln w="28575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>
              <a:spcBef>
                <a:spcPct val="20000"/>
              </a:spcBef>
              <a:buChar char="•"/>
            </a:pPr>
            <a:endParaRPr lang="zh-CN" altLang="en-US" sz="2000">
              <a:solidFill>
                <a:schemeClr val="tx2"/>
              </a:solidFill>
              <a:ea typeface="字魂59号-创粗黑" panose="00000500000000000000" charset="-122"/>
            </a:endParaRPr>
          </a:p>
        </p:txBody>
      </p:sp>
      <p:sp>
        <p:nvSpPr>
          <p:cNvPr id="53" name="Freeform 6"/>
          <p:cNvSpPr>
            <a:spLocks noEditPoints="1"/>
          </p:cNvSpPr>
          <p:nvPr/>
        </p:nvSpPr>
        <p:spPr bwMode="auto">
          <a:xfrm>
            <a:off x="3454602" y="2285838"/>
            <a:ext cx="2508117" cy="2506920"/>
          </a:xfrm>
          <a:custGeom>
            <a:avLst/>
            <a:gdLst>
              <a:gd name="T0" fmla="*/ 1417 w 4950"/>
              <a:gd name="T1" fmla="*/ 4048 h 4943"/>
              <a:gd name="T2" fmla="*/ 3532 w 4950"/>
              <a:gd name="T3" fmla="*/ 895 h 4943"/>
              <a:gd name="T4" fmla="*/ 4021 w 4950"/>
              <a:gd name="T5" fmla="*/ 530 h 4943"/>
              <a:gd name="T6" fmla="*/ 3388 w 4950"/>
              <a:gd name="T7" fmla="*/ 577 h 4943"/>
              <a:gd name="T8" fmla="*/ 3139 w 4950"/>
              <a:gd name="T9" fmla="*/ 78 h 4943"/>
              <a:gd name="T10" fmla="*/ 2571 w 4950"/>
              <a:gd name="T11" fmla="*/ 376 h 4943"/>
              <a:gd name="T12" fmla="*/ 2187 w 4950"/>
              <a:gd name="T13" fmla="*/ 0 h 4943"/>
              <a:gd name="T14" fmla="*/ 1774 w 4950"/>
              <a:gd name="T15" fmla="*/ 496 h 4943"/>
              <a:gd name="T16" fmla="*/ 1222 w 4950"/>
              <a:gd name="T17" fmla="*/ 315 h 4943"/>
              <a:gd name="T18" fmla="*/ 1045 w 4950"/>
              <a:gd name="T19" fmla="*/ 940 h 4943"/>
              <a:gd name="T20" fmla="*/ 521 w 4950"/>
              <a:gd name="T21" fmla="*/ 918 h 4943"/>
              <a:gd name="T22" fmla="*/ 585 w 4950"/>
              <a:gd name="T23" fmla="*/ 1566 h 4943"/>
              <a:gd name="T24" fmla="*/ 80 w 4950"/>
              <a:gd name="T25" fmla="*/ 1772 h 4943"/>
              <a:gd name="T26" fmla="*/ 383 w 4950"/>
              <a:gd name="T27" fmla="*/ 2347 h 4943"/>
              <a:gd name="T28" fmla="*/ 0 w 4950"/>
              <a:gd name="T29" fmla="*/ 2746 h 4943"/>
              <a:gd name="T30" fmla="*/ 494 w 4950"/>
              <a:gd name="T31" fmla="*/ 3161 h 4943"/>
              <a:gd name="T32" fmla="*/ 287 w 4950"/>
              <a:gd name="T33" fmla="*/ 3652 h 4943"/>
              <a:gd name="T34" fmla="*/ 893 w 4950"/>
              <a:gd name="T35" fmla="*/ 3854 h 4943"/>
              <a:gd name="T36" fmla="*/ 928 w 4950"/>
              <a:gd name="T37" fmla="*/ 4413 h 4943"/>
              <a:gd name="T38" fmla="*/ 1557 w 4950"/>
              <a:gd name="T39" fmla="*/ 4369 h 4943"/>
              <a:gd name="T40" fmla="*/ 1810 w 4950"/>
              <a:gd name="T41" fmla="*/ 4865 h 4943"/>
              <a:gd name="T42" fmla="*/ 2368 w 4950"/>
              <a:gd name="T43" fmla="*/ 4588 h 4943"/>
              <a:gd name="T44" fmla="*/ 2762 w 4950"/>
              <a:gd name="T45" fmla="*/ 4943 h 4943"/>
              <a:gd name="T46" fmla="*/ 3173 w 4950"/>
              <a:gd name="T47" fmla="*/ 4483 h 4943"/>
              <a:gd name="T48" fmla="*/ 3727 w 4950"/>
              <a:gd name="T49" fmla="*/ 4628 h 4943"/>
              <a:gd name="T50" fmla="*/ 3920 w 4950"/>
              <a:gd name="T51" fmla="*/ 4046 h 4943"/>
              <a:gd name="T52" fmla="*/ 4428 w 4950"/>
              <a:gd name="T53" fmla="*/ 4025 h 4943"/>
              <a:gd name="T54" fmla="*/ 4394 w 4950"/>
              <a:gd name="T55" fmla="*/ 3412 h 4943"/>
              <a:gd name="T56" fmla="*/ 4869 w 4950"/>
              <a:gd name="T57" fmla="*/ 3171 h 4943"/>
              <a:gd name="T58" fmla="*/ 4602 w 4950"/>
              <a:gd name="T59" fmla="*/ 2614 h 4943"/>
              <a:gd name="T60" fmla="*/ 4950 w 4950"/>
              <a:gd name="T61" fmla="*/ 2197 h 4943"/>
              <a:gd name="T62" fmla="*/ 4483 w 4950"/>
              <a:gd name="T63" fmla="*/ 1784 h 4943"/>
              <a:gd name="T64" fmla="*/ 4662 w 4950"/>
              <a:gd name="T65" fmla="*/ 1291 h 4943"/>
              <a:gd name="T66" fmla="*/ 4068 w 4950"/>
              <a:gd name="T67" fmla="*/ 1085 h 4943"/>
              <a:gd name="T68" fmla="*/ 4021 w 4950"/>
              <a:gd name="T69" fmla="*/ 530 h 4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50" h="4943">
                <a:moveTo>
                  <a:pt x="4051" y="3529"/>
                </a:moveTo>
                <a:cubicBezTo>
                  <a:pt x="3467" y="4400"/>
                  <a:pt x="2287" y="4632"/>
                  <a:pt x="1417" y="4048"/>
                </a:cubicBezTo>
                <a:cubicBezTo>
                  <a:pt x="546" y="3464"/>
                  <a:pt x="314" y="2284"/>
                  <a:pt x="898" y="1414"/>
                </a:cubicBezTo>
                <a:cubicBezTo>
                  <a:pt x="1482" y="543"/>
                  <a:pt x="2662" y="311"/>
                  <a:pt x="3532" y="895"/>
                </a:cubicBezTo>
                <a:cubicBezTo>
                  <a:pt x="4403" y="1479"/>
                  <a:pt x="4635" y="2659"/>
                  <a:pt x="4051" y="3529"/>
                </a:cubicBezTo>
                <a:close/>
                <a:moveTo>
                  <a:pt x="4021" y="530"/>
                </a:moveTo>
                <a:lnTo>
                  <a:pt x="3693" y="309"/>
                </a:lnTo>
                <a:lnTo>
                  <a:pt x="3388" y="577"/>
                </a:lnTo>
                <a:cubicBezTo>
                  <a:pt x="3313" y="542"/>
                  <a:pt x="3236" y="511"/>
                  <a:pt x="3159" y="486"/>
                </a:cubicBezTo>
                <a:lnTo>
                  <a:pt x="3139" y="78"/>
                </a:lnTo>
                <a:lnTo>
                  <a:pt x="2751" y="2"/>
                </a:lnTo>
                <a:lnTo>
                  <a:pt x="2571" y="376"/>
                </a:lnTo>
                <a:cubicBezTo>
                  <a:pt x="2502" y="373"/>
                  <a:pt x="2432" y="374"/>
                  <a:pt x="2362" y="378"/>
                </a:cubicBezTo>
                <a:lnTo>
                  <a:pt x="2187" y="0"/>
                </a:lnTo>
                <a:lnTo>
                  <a:pt x="1799" y="75"/>
                </a:lnTo>
                <a:lnTo>
                  <a:pt x="1774" y="496"/>
                </a:lnTo>
                <a:cubicBezTo>
                  <a:pt x="1694" y="525"/>
                  <a:pt x="1615" y="558"/>
                  <a:pt x="1539" y="597"/>
                </a:cubicBezTo>
                <a:lnTo>
                  <a:pt x="1222" y="315"/>
                </a:lnTo>
                <a:lnTo>
                  <a:pt x="898" y="539"/>
                </a:lnTo>
                <a:lnTo>
                  <a:pt x="1045" y="940"/>
                </a:lnTo>
                <a:cubicBezTo>
                  <a:pt x="1002" y="980"/>
                  <a:pt x="960" y="1022"/>
                  <a:pt x="920" y="1066"/>
                </a:cubicBezTo>
                <a:lnTo>
                  <a:pt x="521" y="918"/>
                </a:lnTo>
                <a:lnTo>
                  <a:pt x="302" y="1245"/>
                </a:lnTo>
                <a:lnTo>
                  <a:pt x="585" y="1566"/>
                </a:lnTo>
                <a:cubicBezTo>
                  <a:pt x="555" y="1629"/>
                  <a:pt x="528" y="1693"/>
                  <a:pt x="504" y="1758"/>
                </a:cubicBezTo>
                <a:lnTo>
                  <a:pt x="80" y="1772"/>
                </a:lnTo>
                <a:lnTo>
                  <a:pt x="2" y="2158"/>
                </a:lnTo>
                <a:lnTo>
                  <a:pt x="383" y="2347"/>
                </a:lnTo>
                <a:cubicBezTo>
                  <a:pt x="378" y="2422"/>
                  <a:pt x="378" y="2496"/>
                  <a:pt x="381" y="2571"/>
                </a:cubicBezTo>
                <a:lnTo>
                  <a:pt x="0" y="2746"/>
                </a:lnTo>
                <a:lnTo>
                  <a:pt x="77" y="3133"/>
                </a:lnTo>
                <a:lnTo>
                  <a:pt x="494" y="3161"/>
                </a:lnTo>
                <a:cubicBezTo>
                  <a:pt x="517" y="3225"/>
                  <a:pt x="542" y="3289"/>
                  <a:pt x="570" y="3351"/>
                </a:cubicBezTo>
                <a:lnTo>
                  <a:pt x="287" y="3652"/>
                </a:lnTo>
                <a:lnTo>
                  <a:pt x="504" y="3982"/>
                </a:lnTo>
                <a:lnTo>
                  <a:pt x="893" y="3854"/>
                </a:lnTo>
                <a:cubicBezTo>
                  <a:pt x="947" y="3917"/>
                  <a:pt x="1005" y="3977"/>
                  <a:pt x="1067" y="4034"/>
                </a:cubicBezTo>
                <a:lnTo>
                  <a:pt x="928" y="4413"/>
                </a:lnTo>
                <a:lnTo>
                  <a:pt x="1257" y="4634"/>
                </a:lnTo>
                <a:lnTo>
                  <a:pt x="1557" y="4369"/>
                </a:lnTo>
                <a:cubicBezTo>
                  <a:pt x="1634" y="4408"/>
                  <a:pt x="1712" y="4441"/>
                  <a:pt x="1791" y="4470"/>
                </a:cubicBezTo>
                <a:lnTo>
                  <a:pt x="1810" y="4865"/>
                </a:lnTo>
                <a:lnTo>
                  <a:pt x="2199" y="4941"/>
                </a:lnTo>
                <a:lnTo>
                  <a:pt x="2368" y="4588"/>
                </a:lnTo>
                <a:cubicBezTo>
                  <a:pt x="2445" y="4593"/>
                  <a:pt x="2522" y="4594"/>
                  <a:pt x="2599" y="4590"/>
                </a:cubicBezTo>
                <a:lnTo>
                  <a:pt x="2762" y="4943"/>
                </a:lnTo>
                <a:lnTo>
                  <a:pt x="3150" y="4868"/>
                </a:lnTo>
                <a:lnTo>
                  <a:pt x="3173" y="4483"/>
                </a:lnTo>
                <a:cubicBezTo>
                  <a:pt x="3264" y="4452"/>
                  <a:pt x="3354" y="4416"/>
                  <a:pt x="3440" y="4373"/>
                </a:cubicBezTo>
                <a:lnTo>
                  <a:pt x="3727" y="4628"/>
                </a:lnTo>
                <a:lnTo>
                  <a:pt x="4051" y="4404"/>
                </a:lnTo>
                <a:lnTo>
                  <a:pt x="3920" y="4046"/>
                </a:lnTo>
                <a:cubicBezTo>
                  <a:pt x="3973" y="3998"/>
                  <a:pt x="4023" y="3947"/>
                  <a:pt x="4071" y="3893"/>
                </a:cubicBezTo>
                <a:lnTo>
                  <a:pt x="4428" y="4025"/>
                </a:lnTo>
                <a:lnTo>
                  <a:pt x="4648" y="3698"/>
                </a:lnTo>
                <a:lnTo>
                  <a:pt x="4394" y="3412"/>
                </a:lnTo>
                <a:cubicBezTo>
                  <a:pt x="4431" y="3337"/>
                  <a:pt x="4463" y="3261"/>
                  <a:pt x="4489" y="3183"/>
                </a:cubicBezTo>
                <a:lnTo>
                  <a:pt x="4869" y="3171"/>
                </a:lnTo>
                <a:lnTo>
                  <a:pt x="4947" y="2785"/>
                </a:lnTo>
                <a:lnTo>
                  <a:pt x="4602" y="2614"/>
                </a:lnTo>
                <a:cubicBezTo>
                  <a:pt x="4607" y="2528"/>
                  <a:pt x="4606" y="2442"/>
                  <a:pt x="4601" y="2357"/>
                </a:cubicBezTo>
                <a:lnTo>
                  <a:pt x="4950" y="2197"/>
                </a:lnTo>
                <a:lnTo>
                  <a:pt x="4872" y="1810"/>
                </a:lnTo>
                <a:lnTo>
                  <a:pt x="4483" y="1784"/>
                </a:lnTo>
                <a:cubicBezTo>
                  <a:pt x="4457" y="1713"/>
                  <a:pt x="4427" y="1643"/>
                  <a:pt x="4395" y="1575"/>
                </a:cubicBezTo>
                <a:lnTo>
                  <a:pt x="4662" y="1291"/>
                </a:lnTo>
                <a:lnTo>
                  <a:pt x="4445" y="960"/>
                </a:lnTo>
                <a:lnTo>
                  <a:pt x="4068" y="1085"/>
                </a:lnTo>
                <a:cubicBezTo>
                  <a:pt x="4011" y="1022"/>
                  <a:pt x="3949" y="961"/>
                  <a:pt x="3884" y="904"/>
                </a:cubicBezTo>
                <a:lnTo>
                  <a:pt x="4021" y="530"/>
                </a:lnTo>
                <a:close/>
              </a:path>
            </a:pathLst>
          </a:custGeom>
          <a:solidFill>
            <a:srgbClr val="F8BC49"/>
          </a:solidFill>
          <a:ln w="28575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>
              <a:spcBef>
                <a:spcPct val="20000"/>
              </a:spcBef>
              <a:buChar char="•"/>
            </a:pPr>
            <a:endParaRPr lang="zh-CN" altLang="en-US" sz="2000">
              <a:solidFill>
                <a:schemeClr val="tx2"/>
              </a:solidFill>
              <a:ea typeface="字魂59号-创粗黑" panose="00000500000000000000" charset="-122"/>
            </a:endParaRPr>
          </a:p>
        </p:txBody>
      </p:sp>
      <p:sp>
        <p:nvSpPr>
          <p:cNvPr id="54" name="Freeform 7"/>
          <p:cNvSpPr>
            <a:spLocks noEditPoints="1"/>
          </p:cNvSpPr>
          <p:nvPr/>
        </p:nvSpPr>
        <p:spPr bwMode="auto">
          <a:xfrm>
            <a:off x="2925239" y="1667323"/>
            <a:ext cx="1058725" cy="1058725"/>
          </a:xfrm>
          <a:custGeom>
            <a:avLst/>
            <a:gdLst>
              <a:gd name="T0" fmla="*/ 922 w 1572"/>
              <a:gd name="T1" fmla="*/ 186 h 1571"/>
              <a:gd name="T2" fmla="*/ 637 w 1572"/>
              <a:gd name="T3" fmla="*/ 1382 h 1571"/>
              <a:gd name="T4" fmla="*/ 541 w 1572"/>
              <a:gd name="T5" fmla="*/ 1535 h 1571"/>
              <a:gd name="T6" fmla="*/ 724 w 1572"/>
              <a:gd name="T7" fmla="*/ 1451 h 1571"/>
              <a:gd name="T8" fmla="*/ 852 w 1572"/>
              <a:gd name="T9" fmla="*/ 1571 h 1571"/>
              <a:gd name="T10" fmla="*/ 988 w 1572"/>
              <a:gd name="T11" fmla="*/ 1420 h 1571"/>
              <a:gd name="T12" fmla="*/ 1143 w 1572"/>
              <a:gd name="T13" fmla="*/ 1489 h 1571"/>
              <a:gd name="T14" fmla="*/ 1211 w 1572"/>
              <a:gd name="T15" fmla="*/ 1295 h 1571"/>
              <a:gd name="T16" fmla="*/ 1394 w 1572"/>
              <a:gd name="T17" fmla="*/ 1288 h 1571"/>
              <a:gd name="T18" fmla="*/ 1378 w 1572"/>
              <a:gd name="T19" fmla="*/ 1082 h 1571"/>
              <a:gd name="T20" fmla="*/ 1536 w 1572"/>
              <a:gd name="T21" fmla="*/ 1031 h 1571"/>
              <a:gd name="T22" fmla="*/ 1445 w 1572"/>
              <a:gd name="T23" fmla="*/ 845 h 1571"/>
              <a:gd name="T24" fmla="*/ 1572 w 1572"/>
              <a:gd name="T25" fmla="*/ 727 h 1571"/>
              <a:gd name="T26" fmla="*/ 1419 w 1572"/>
              <a:gd name="T27" fmla="*/ 590 h 1571"/>
              <a:gd name="T28" fmla="*/ 1489 w 1572"/>
              <a:gd name="T29" fmla="*/ 429 h 1571"/>
              <a:gd name="T30" fmla="*/ 1297 w 1572"/>
              <a:gd name="T31" fmla="*/ 361 h 1571"/>
              <a:gd name="T32" fmla="*/ 1304 w 1572"/>
              <a:gd name="T33" fmla="*/ 191 h 1571"/>
              <a:gd name="T34" fmla="*/ 1103 w 1572"/>
              <a:gd name="T35" fmla="*/ 199 h 1571"/>
              <a:gd name="T36" fmla="*/ 1031 w 1572"/>
              <a:gd name="T37" fmla="*/ 36 h 1571"/>
              <a:gd name="T38" fmla="*/ 849 w 1572"/>
              <a:gd name="T39" fmla="*/ 119 h 1571"/>
              <a:gd name="T40" fmla="*/ 720 w 1572"/>
              <a:gd name="T41" fmla="*/ 0 h 1571"/>
              <a:gd name="T42" fmla="*/ 585 w 1572"/>
              <a:gd name="T43" fmla="*/ 144 h 1571"/>
              <a:gd name="T44" fmla="*/ 429 w 1572"/>
              <a:gd name="T45" fmla="*/ 83 h 1571"/>
              <a:gd name="T46" fmla="*/ 358 w 1572"/>
              <a:gd name="T47" fmla="*/ 265 h 1571"/>
              <a:gd name="T48" fmla="*/ 178 w 1572"/>
              <a:gd name="T49" fmla="*/ 284 h 1571"/>
              <a:gd name="T50" fmla="*/ 185 w 1572"/>
              <a:gd name="T51" fmla="*/ 478 h 1571"/>
              <a:gd name="T52" fmla="*/ 37 w 1572"/>
              <a:gd name="T53" fmla="*/ 541 h 1571"/>
              <a:gd name="T54" fmla="*/ 114 w 1572"/>
              <a:gd name="T55" fmla="*/ 720 h 1571"/>
              <a:gd name="T56" fmla="*/ 0 w 1572"/>
              <a:gd name="T57" fmla="*/ 844 h 1571"/>
              <a:gd name="T58" fmla="*/ 140 w 1572"/>
              <a:gd name="T59" fmla="*/ 980 h 1571"/>
              <a:gd name="T60" fmla="*/ 83 w 1572"/>
              <a:gd name="T61" fmla="*/ 1143 h 1571"/>
              <a:gd name="T62" fmla="*/ 267 w 1572"/>
              <a:gd name="T63" fmla="*/ 1213 h 1571"/>
              <a:gd name="T64" fmla="*/ 268 w 1572"/>
              <a:gd name="T65" fmla="*/ 1380 h 1571"/>
              <a:gd name="T66" fmla="*/ 466 w 1572"/>
              <a:gd name="T67" fmla="*/ 1375 h 1571"/>
              <a:gd name="T68" fmla="*/ 541 w 1572"/>
              <a:gd name="T69" fmla="*/ 1535 h 1571"/>
              <a:gd name="T70" fmla="*/ 786 w 1572"/>
              <a:gd name="T71" fmla="*/ 952 h 1571"/>
              <a:gd name="T72" fmla="*/ 1215 w 1572"/>
              <a:gd name="T73" fmla="*/ 932 h 1571"/>
              <a:gd name="T74" fmla="*/ 768 w 1572"/>
              <a:gd name="T75" fmla="*/ 1296 h 1571"/>
              <a:gd name="T76" fmla="*/ 560 w 1572"/>
              <a:gd name="T77" fmla="*/ 1247 h 1571"/>
              <a:gd name="T78" fmla="*/ 339 w 1572"/>
              <a:gd name="T79" fmla="*/ 723 h 1571"/>
              <a:gd name="T80" fmla="*/ 698 w 1572"/>
              <a:gd name="T81" fmla="*/ 931 h 1571"/>
              <a:gd name="T82" fmla="*/ 560 w 1572"/>
              <a:gd name="T83" fmla="*/ 1247 h 1571"/>
              <a:gd name="T84" fmla="*/ 881 w 1572"/>
              <a:gd name="T85" fmla="*/ 808 h 1571"/>
              <a:gd name="T86" fmla="*/ 678 w 1572"/>
              <a:gd name="T87" fmla="*/ 760 h 1571"/>
              <a:gd name="T88" fmla="*/ 354 w 1572"/>
              <a:gd name="T89" fmla="*/ 633 h 1571"/>
              <a:gd name="T90" fmla="*/ 798 w 1572"/>
              <a:gd name="T91" fmla="*/ 272 h 1571"/>
              <a:gd name="T92" fmla="*/ 773 w 1572"/>
              <a:gd name="T93" fmla="*/ 616 h 1571"/>
              <a:gd name="T94" fmla="*/ 354 w 1572"/>
              <a:gd name="T95" fmla="*/ 633 h 1571"/>
              <a:gd name="T96" fmla="*/ 1292 w 1572"/>
              <a:gd name="T97" fmla="*/ 804 h 1571"/>
              <a:gd name="T98" fmla="*/ 947 w 1572"/>
              <a:gd name="T99" fmla="*/ 775 h 1571"/>
              <a:gd name="T100" fmla="*/ 929 w 1572"/>
              <a:gd name="T101" fmla="*/ 353 h 1571"/>
              <a:gd name="T102" fmla="*/ 1344 w 1572"/>
              <a:gd name="T103" fmla="*/ 919 h 1571"/>
              <a:gd name="T104" fmla="*/ 215 w 1572"/>
              <a:gd name="T105" fmla="*/ 649 h 1571"/>
              <a:gd name="T106" fmla="*/ 1344 w 1572"/>
              <a:gd name="T107" fmla="*/ 919 h 1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572" h="1571">
                <a:moveTo>
                  <a:pt x="181" y="641"/>
                </a:moveTo>
                <a:cubicBezTo>
                  <a:pt x="260" y="311"/>
                  <a:pt x="592" y="107"/>
                  <a:pt x="922" y="186"/>
                </a:cubicBezTo>
                <a:cubicBezTo>
                  <a:pt x="1253" y="265"/>
                  <a:pt x="1457" y="597"/>
                  <a:pt x="1378" y="927"/>
                </a:cubicBezTo>
                <a:cubicBezTo>
                  <a:pt x="1299" y="1257"/>
                  <a:pt x="967" y="1461"/>
                  <a:pt x="637" y="1382"/>
                </a:cubicBezTo>
                <a:cubicBezTo>
                  <a:pt x="306" y="1303"/>
                  <a:pt x="102" y="971"/>
                  <a:pt x="181" y="641"/>
                </a:cubicBezTo>
                <a:close/>
                <a:moveTo>
                  <a:pt x="541" y="1535"/>
                </a:moveTo>
                <a:lnTo>
                  <a:pt x="663" y="1564"/>
                </a:lnTo>
                <a:lnTo>
                  <a:pt x="724" y="1451"/>
                </a:lnTo>
                <a:cubicBezTo>
                  <a:pt x="750" y="1453"/>
                  <a:pt x="776" y="1453"/>
                  <a:pt x="802" y="1452"/>
                </a:cubicBezTo>
                <a:lnTo>
                  <a:pt x="852" y="1571"/>
                </a:lnTo>
                <a:lnTo>
                  <a:pt x="976" y="1551"/>
                </a:lnTo>
                <a:lnTo>
                  <a:pt x="988" y="1420"/>
                </a:lnTo>
                <a:cubicBezTo>
                  <a:pt x="1009" y="1413"/>
                  <a:pt x="1029" y="1405"/>
                  <a:pt x="1049" y="1396"/>
                </a:cubicBezTo>
                <a:lnTo>
                  <a:pt x="1143" y="1489"/>
                </a:lnTo>
                <a:lnTo>
                  <a:pt x="1249" y="1423"/>
                </a:lnTo>
                <a:lnTo>
                  <a:pt x="1211" y="1295"/>
                </a:lnTo>
                <a:cubicBezTo>
                  <a:pt x="1231" y="1278"/>
                  <a:pt x="1251" y="1259"/>
                  <a:pt x="1269" y="1239"/>
                </a:cubicBezTo>
                <a:lnTo>
                  <a:pt x="1394" y="1288"/>
                </a:lnTo>
                <a:lnTo>
                  <a:pt x="1465" y="1185"/>
                </a:lnTo>
                <a:lnTo>
                  <a:pt x="1378" y="1082"/>
                </a:lnTo>
                <a:cubicBezTo>
                  <a:pt x="1386" y="1066"/>
                  <a:pt x="1394" y="1048"/>
                  <a:pt x="1401" y="1031"/>
                </a:cubicBezTo>
                <a:lnTo>
                  <a:pt x="1536" y="1031"/>
                </a:lnTo>
                <a:lnTo>
                  <a:pt x="1565" y="909"/>
                </a:lnTo>
                <a:lnTo>
                  <a:pt x="1445" y="845"/>
                </a:lnTo>
                <a:cubicBezTo>
                  <a:pt x="1447" y="823"/>
                  <a:pt x="1448" y="801"/>
                  <a:pt x="1448" y="779"/>
                </a:cubicBezTo>
                <a:lnTo>
                  <a:pt x="1572" y="727"/>
                </a:lnTo>
                <a:lnTo>
                  <a:pt x="1553" y="604"/>
                </a:lnTo>
                <a:lnTo>
                  <a:pt x="1419" y="590"/>
                </a:lnTo>
                <a:cubicBezTo>
                  <a:pt x="1412" y="567"/>
                  <a:pt x="1405" y="545"/>
                  <a:pt x="1395" y="523"/>
                </a:cubicBezTo>
                <a:lnTo>
                  <a:pt x="1489" y="429"/>
                </a:lnTo>
                <a:lnTo>
                  <a:pt x="1424" y="322"/>
                </a:lnTo>
                <a:lnTo>
                  <a:pt x="1297" y="361"/>
                </a:lnTo>
                <a:cubicBezTo>
                  <a:pt x="1283" y="344"/>
                  <a:pt x="1269" y="328"/>
                  <a:pt x="1253" y="312"/>
                </a:cubicBezTo>
                <a:lnTo>
                  <a:pt x="1304" y="191"/>
                </a:lnTo>
                <a:lnTo>
                  <a:pt x="1204" y="117"/>
                </a:lnTo>
                <a:lnTo>
                  <a:pt x="1103" y="199"/>
                </a:lnTo>
                <a:cubicBezTo>
                  <a:pt x="1080" y="186"/>
                  <a:pt x="1056" y="174"/>
                  <a:pt x="1031" y="165"/>
                </a:cubicBezTo>
                <a:lnTo>
                  <a:pt x="1031" y="36"/>
                </a:lnTo>
                <a:lnTo>
                  <a:pt x="909" y="7"/>
                </a:lnTo>
                <a:lnTo>
                  <a:pt x="849" y="119"/>
                </a:lnTo>
                <a:cubicBezTo>
                  <a:pt x="822" y="116"/>
                  <a:pt x="795" y="115"/>
                  <a:pt x="769" y="115"/>
                </a:cubicBezTo>
                <a:lnTo>
                  <a:pt x="720" y="0"/>
                </a:lnTo>
                <a:lnTo>
                  <a:pt x="596" y="21"/>
                </a:lnTo>
                <a:lnTo>
                  <a:pt x="585" y="144"/>
                </a:lnTo>
                <a:cubicBezTo>
                  <a:pt x="562" y="152"/>
                  <a:pt x="539" y="160"/>
                  <a:pt x="516" y="169"/>
                </a:cubicBezTo>
                <a:lnTo>
                  <a:pt x="429" y="83"/>
                </a:lnTo>
                <a:lnTo>
                  <a:pt x="323" y="148"/>
                </a:lnTo>
                <a:lnTo>
                  <a:pt x="358" y="265"/>
                </a:lnTo>
                <a:cubicBezTo>
                  <a:pt x="334" y="284"/>
                  <a:pt x="312" y="305"/>
                  <a:pt x="291" y="328"/>
                </a:cubicBezTo>
                <a:lnTo>
                  <a:pt x="178" y="284"/>
                </a:lnTo>
                <a:lnTo>
                  <a:pt x="107" y="386"/>
                </a:lnTo>
                <a:lnTo>
                  <a:pt x="185" y="478"/>
                </a:lnTo>
                <a:cubicBezTo>
                  <a:pt x="175" y="498"/>
                  <a:pt x="165" y="519"/>
                  <a:pt x="157" y="540"/>
                </a:cubicBezTo>
                <a:lnTo>
                  <a:pt x="37" y="541"/>
                </a:lnTo>
                <a:lnTo>
                  <a:pt x="8" y="662"/>
                </a:lnTo>
                <a:lnTo>
                  <a:pt x="114" y="720"/>
                </a:lnTo>
                <a:cubicBezTo>
                  <a:pt x="111" y="746"/>
                  <a:pt x="110" y="772"/>
                  <a:pt x="111" y="798"/>
                </a:cubicBezTo>
                <a:lnTo>
                  <a:pt x="0" y="844"/>
                </a:lnTo>
                <a:lnTo>
                  <a:pt x="19" y="967"/>
                </a:lnTo>
                <a:lnTo>
                  <a:pt x="140" y="980"/>
                </a:lnTo>
                <a:cubicBezTo>
                  <a:pt x="148" y="1006"/>
                  <a:pt x="158" y="1031"/>
                  <a:pt x="169" y="1056"/>
                </a:cubicBezTo>
                <a:lnTo>
                  <a:pt x="83" y="1143"/>
                </a:lnTo>
                <a:lnTo>
                  <a:pt x="148" y="1249"/>
                </a:lnTo>
                <a:lnTo>
                  <a:pt x="267" y="1213"/>
                </a:lnTo>
                <a:cubicBezTo>
                  <a:pt x="282" y="1232"/>
                  <a:pt x="298" y="1249"/>
                  <a:pt x="316" y="1266"/>
                </a:cubicBezTo>
                <a:lnTo>
                  <a:pt x="268" y="1380"/>
                </a:lnTo>
                <a:lnTo>
                  <a:pt x="368" y="1454"/>
                </a:lnTo>
                <a:lnTo>
                  <a:pt x="466" y="1375"/>
                </a:lnTo>
                <a:cubicBezTo>
                  <a:pt x="490" y="1388"/>
                  <a:pt x="515" y="1399"/>
                  <a:pt x="541" y="1409"/>
                </a:cubicBezTo>
                <a:lnTo>
                  <a:pt x="541" y="1535"/>
                </a:lnTo>
                <a:close/>
                <a:moveTo>
                  <a:pt x="720" y="1228"/>
                </a:moveTo>
                <a:cubicBezTo>
                  <a:pt x="729" y="1190"/>
                  <a:pt x="786" y="952"/>
                  <a:pt x="786" y="952"/>
                </a:cubicBezTo>
                <a:cubicBezTo>
                  <a:pt x="845" y="950"/>
                  <a:pt x="899" y="916"/>
                  <a:pt x="927" y="863"/>
                </a:cubicBezTo>
                <a:cubicBezTo>
                  <a:pt x="927" y="863"/>
                  <a:pt x="1174" y="922"/>
                  <a:pt x="1215" y="932"/>
                </a:cubicBezTo>
                <a:cubicBezTo>
                  <a:pt x="1256" y="942"/>
                  <a:pt x="1258" y="966"/>
                  <a:pt x="1247" y="995"/>
                </a:cubicBezTo>
                <a:cubicBezTo>
                  <a:pt x="1162" y="1182"/>
                  <a:pt x="973" y="1301"/>
                  <a:pt x="768" y="1296"/>
                </a:cubicBezTo>
                <a:cubicBezTo>
                  <a:pt x="727" y="1296"/>
                  <a:pt x="711" y="1266"/>
                  <a:pt x="720" y="1228"/>
                </a:cubicBezTo>
                <a:close/>
                <a:moveTo>
                  <a:pt x="560" y="1247"/>
                </a:moveTo>
                <a:cubicBezTo>
                  <a:pt x="379" y="1162"/>
                  <a:pt x="265" y="978"/>
                  <a:pt x="267" y="779"/>
                </a:cubicBezTo>
                <a:cubicBezTo>
                  <a:pt x="267" y="734"/>
                  <a:pt x="295" y="712"/>
                  <a:pt x="339" y="723"/>
                </a:cubicBezTo>
                <a:cubicBezTo>
                  <a:pt x="382" y="733"/>
                  <a:pt x="612" y="788"/>
                  <a:pt x="612" y="788"/>
                </a:cubicBezTo>
                <a:cubicBezTo>
                  <a:pt x="613" y="847"/>
                  <a:pt x="646" y="902"/>
                  <a:pt x="698" y="931"/>
                </a:cubicBezTo>
                <a:cubicBezTo>
                  <a:pt x="698" y="931"/>
                  <a:pt x="650" y="1133"/>
                  <a:pt x="635" y="1196"/>
                </a:cubicBezTo>
                <a:cubicBezTo>
                  <a:pt x="620" y="1259"/>
                  <a:pt x="593" y="1259"/>
                  <a:pt x="560" y="1247"/>
                </a:cubicBezTo>
                <a:close/>
                <a:moveTo>
                  <a:pt x="804" y="682"/>
                </a:moveTo>
                <a:cubicBezTo>
                  <a:pt x="860" y="696"/>
                  <a:pt x="895" y="752"/>
                  <a:pt x="881" y="808"/>
                </a:cubicBezTo>
                <a:cubicBezTo>
                  <a:pt x="868" y="865"/>
                  <a:pt x="811" y="899"/>
                  <a:pt x="755" y="886"/>
                </a:cubicBezTo>
                <a:cubicBezTo>
                  <a:pt x="699" y="872"/>
                  <a:pt x="664" y="816"/>
                  <a:pt x="678" y="760"/>
                </a:cubicBezTo>
                <a:cubicBezTo>
                  <a:pt x="691" y="704"/>
                  <a:pt x="748" y="669"/>
                  <a:pt x="804" y="682"/>
                </a:cubicBezTo>
                <a:close/>
                <a:moveTo>
                  <a:pt x="354" y="633"/>
                </a:moveTo>
                <a:cubicBezTo>
                  <a:pt x="312" y="623"/>
                  <a:pt x="306" y="584"/>
                  <a:pt x="320" y="557"/>
                </a:cubicBezTo>
                <a:cubicBezTo>
                  <a:pt x="409" y="377"/>
                  <a:pt x="597" y="264"/>
                  <a:pt x="798" y="272"/>
                </a:cubicBezTo>
                <a:cubicBezTo>
                  <a:pt x="832" y="272"/>
                  <a:pt x="849" y="298"/>
                  <a:pt x="840" y="336"/>
                </a:cubicBezTo>
                <a:cubicBezTo>
                  <a:pt x="831" y="373"/>
                  <a:pt x="773" y="616"/>
                  <a:pt x="773" y="616"/>
                </a:cubicBezTo>
                <a:cubicBezTo>
                  <a:pt x="716" y="619"/>
                  <a:pt x="663" y="650"/>
                  <a:pt x="634" y="700"/>
                </a:cubicBezTo>
                <a:cubicBezTo>
                  <a:pt x="634" y="700"/>
                  <a:pt x="396" y="643"/>
                  <a:pt x="354" y="633"/>
                </a:cubicBezTo>
                <a:close/>
                <a:moveTo>
                  <a:pt x="1004" y="323"/>
                </a:moveTo>
                <a:cubicBezTo>
                  <a:pt x="1186" y="412"/>
                  <a:pt x="1300" y="601"/>
                  <a:pt x="1292" y="804"/>
                </a:cubicBezTo>
                <a:cubicBezTo>
                  <a:pt x="1289" y="830"/>
                  <a:pt x="1271" y="852"/>
                  <a:pt x="1236" y="844"/>
                </a:cubicBezTo>
                <a:cubicBezTo>
                  <a:pt x="1202" y="836"/>
                  <a:pt x="947" y="775"/>
                  <a:pt x="947" y="775"/>
                </a:cubicBezTo>
                <a:cubicBezTo>
                  <a:pt x="944" y="718"/>
                  <a:pt x="911" y="665"/>
                  <a:pt x="861" y="637"/>
                </a:cubicBezTo>
                <a:cubicBezTo>
                  <a:pt x="861" y="637"/>
                  <a:pt x="918" y="399"/>
                  <a:pt x="929" y="353"/>
                </a:cubicBezTo>
                <a:cubicBezTo>
                  <a:pt x="940" y="308"/>
                  <a:pt x="967" y="308"/>
                  <a:pt x="1004" y="323"/>
                </a:cubicBezTo>
                <a:close/>
                <a:moveTo>
                  <a:pt x="1344" y="919"/>
                </a:moveTo>
                <a:cubicBezTo>
                  <a:pt x="1419" y="607"/>
                  <a:pt x="1226" y="294"/>
                  <a:pt x="914" y="219"/>
                </a:cubicBezTo>
                <a:cubicBezTo>
                  <a:pt x="602" y="145"/>
                  <a:pt x="289" y="337"/>
                  <a:pt x="215" y="649"/>
                </a:cubicBezTo>
                <a:cubicBezTo>
                  <a:pt x="140" y="961"/>
                  <a:pt x="332" y="1274"/>
                  <a:pt x="645" y="1349"/>
                </a:cubicBezTo>
                <a:cubicBezTo>
                  <a:pt x="956" y="1424"/>
                  <a:pt x="1270" y="1231"/>
                  <a:pt x="1344" y="919"/>
                </a:cubicBezTo>
                <a:close/>
              </a:path>
            </a:pathLst>
          </a:custGeom>
          <a:solidFill>
            <a:srgbClr val="1A3F6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Lifeline JL" panose="00000400000000000000" pitchFamily="2" charset="0"/>
              <a:ea typeface="字魂59号-创粗黑" panose="00000500000000000000" charset="-122"/>
            </a:endParaRPr>
          </a:p>
        </p:txBody>
      </p:sp>
      <p:sp>
        <p:nvSpPr>
          <p:cNvPr id="55" name="Freeform 8"/>
          <p:cNvSpPr>
            <a:spLocks noEditPoints="1"/>
          </p:cNvSpPr>
          <p:nvPr/>
        </p:nvSpPr>
        <p:spPr bwMode="auto">
          <a:xfrm>
            <a:off x="2078277" y="5015516"/>
            <a:ext cx="661902" cy="661902"/>
          </a:xfrm>
          <a:custGeom>
            <a:avLst/>
            <a:gdLst>
              <a:gd name="T0" fmla="*/ 577 w 983"/>
              <a:gd name="T1" fmla="*/ 116 h 982"/>
              <a:gd name="T2" fmla="*/ 398 w 983"/>
              <a:gd name="T3" fmla="*/ 864 h 982"/>
              <a:gd name="T4" fmla="*/ 338 w 983"/>
              <a:gd name="T5" fmla="*/ 959 h 982"/>
              <a:gd name="T6" fmla="*/ 453 w 983"/>
              <a:gd name="T7" fmla="*/ 907 h 982"/>
              <a:gd name="T8" fmla="*/ 533 w 983"/>
              <a:gd name="T9" fmla="*/ 982 h 982"/>
              <a:gd name="T10" fmla="*/ 618 w 983"/>
              <a:gd name="T11" fmla="*/ 887 h 982"/>
              <a:gd name="T12" fmla="*/ 715 w 983"/>
              <a:gd name="T13" fmla="*/ 930 h 982"/>
              <a:gd name="T14" fmla="*/ 757 w 983"/>
              <a:gd name="T15" fmla="*/ 809 h 982"/>
              <a:gd name="T16" fmla="*/ 871 w 983"/>
              <a:gd name="T17" fmla="*/ 805 h 982"/>
              <a:gd name="T18" fmla="*/ 862 w 983"/>
              <a:gd name="T19" fmla="*/ 676 h 982"/>
              <a:gd name="T20" fmla="*/ 960 w 983"/>
              <a:gd name="T21" fmla="*/ 644 h 982"/>
              <a:gd name="T22" fmla="*/ 904 w 983"/>
              <a:gd name="T23" fmla="*/ 528 h 982"/>
              <a:gd name="T24" fmla="*/ 983 w 983"/>
              <a:gd name="T25" fmla="*/ 454 h 982"/>
              <a:gd name="T26" fmla="*/ 887 w 983"/>
              <a:gd name="T27" fmla="*/ 369 h 982"/>
              <a:gd name="T28" fmla="*/ 931 w 983"/>
              <a:gd name="T29" fmla="*/ 268 h 982"/>
              <a:gd name="T30" fmla="*/ 811 w 983"/>
              <a:gd name="T31" fmla="*/ 225 h 982"/>
              <a:gd name="T32" fmla="*/ 815 w 983"/>
              <a:gd name="T33" fmla="*/ 119 h 982"/>
              <a:gd name="T34" fmla="*/ 689 w 983"/>
              <a:gd name="T35" fmla="*/ 124 h 982"/>
              <a:gd name="T36" fmla="*/ 644 w 983"/>
              <a:gd name="T37" fmla="*/ 22 h 982"/>
              <a:gd name="T38" fmla="*/ 531 w 983"/>
              <a:gd name="T39" fmla="*/ 74 h 982"/>
              <a:gd name="T40" fmla="*/ 450 w 983"/>
              <a:gd name="T41" fmla="*/ 0 h 982"/>
              <a:gd name="T42" fmla="*/ 366 w 983"/>
              <a:gd name="T43" fmla="*/ 90 h 982"/>
              <a:gd name="T44" fmla="*/ 268 w 983"/>
              <a:gd name="T45" fmla="*/ 51 h 982"/>
              <a:gd name="T46" fmla="*/ 224 w 983"/>
              <a:gd name="T47" fmla="*/ 165 h 982"/>
              <a:gd name="T48" fmla="*/ 111 w 983"/>
              <a:gd name="T49" fmla="*/ 177 h 982"/>
              <a:gd name="T50" fmla="*/ 116 w 983"/>
              <a:gd name="T51" fmla="*/ 299 h 982"/>
              <a:gd name="T52" fmla="*/ 23 w 983"/>
              <a:gd name="T53" fmla="*/ 338 h 982"/>
              <a:gd name="T54" fmla="*/ 71 w 983"/>
              <a:gd name="T55" fmla="*/ 450 h 982"/>
              <a:gd name="T56" fmla="*/ 0 w 983"/>
              <a:gd name="T57" fmla="*/ 527 h 982"/>
              <a:gd name="T58" fmla="*/ 88 w 983"/>
              <a:gd name="T59" fmla="*/ 612 h 982"/>
              <a:gd name="T60" fmla="*/ 52 w 983"/>
              <a:gd name="T61" fmla="*/ 714 h 982"/>
              <a:gd name="T62" fmla="*/ 167 w 983"/>
              <a:gd name="T63" fmla="*/ 758 h 982"/>
              <a:gd name="T64" fmla="*/ 168 w 983"/>
              <a:gd name="T65" fmla="*/ 862 h 982"/>
              <a:gd name="T66" fmla="*/ 292 w 983"/>
              <a:gd name="T67" fmla="*/ 859 h 982"/>
              <a:gd name="T68" fmla="*/ 338 w 983"/>
              <a:gd name="T69" fmla="*/ 959 h 982"/>
              <a:gd name="T70" fmla="*/ 491 w 983"/>
              <a:gd name="T71" fmla="*/ 595 h 982"/>
              <a:gd name="T72" fmla="*/ 759 w 983"/>
              <a:gd name="T73" fmla="*/ 582 h 982"/>
              <a:gd name="T74" fmla="*/ 480 w 983"/>
              <a:gd name="T75" fmla="*/ 810 h 982"/>
              <a:gd name="T76" fmla="*/ 350 w 983"/>
              <a:gd name="T77" fmla="*/ 779 h 982"/>
              <a:gd name="T78" fmla="*/ 212 w 983"/>
              <a:gd name="T79" fmla="*/ 451 h 982"/>
              <a:gd name="T80" fmla="*/ 436 w 983"/>
              <a:gd name="T81" fmla="*/ 582 h 982"/>
              <a:gd name="T82" fmla="*/ 350 w 983"/>
              <a:gd name="T83" fmla="*/ 779 h 982"/>
              <a:gd name="T84" fmla="*/ 551 w 983"/>
              <a:gd name="T85" fmla="*/ 505 h 982"/>
              <a:gd name="T86" fmla="*/ 424 w 983"/>
              <a:gd name="T87" fmla="*/ 475 h 982"/>
              <a:gd name="T88" fmla="*/ 222 w 983"/>
              <a:gd name="T89" fmla="*/ 396 h 982"/>
              <a:gd name="T90" fmla="*/ 499 w 983"/>
              <a:gd name="T91" fmla="*/ 170 h 982"/>
              <a:gd name="T92" fmla="*/ 483 w 983"/>
              <a:gd name="T93" fmla="*/ 385 h 982"/>
              <a:gd name="T94" fmla="*/ 222 w 983"/>
              <a:gd name="T95" fmla="*/ 396 h 982"/>
              <a:gd name="T96" fmla="*/ 808 w 983"/>
              <a:gd name="T97" fmla="*/ 503 h 982"/>
              <a:gd name="T98" fmla="*/ 592 w 983"/>
              <a:gd name="T99" fmla="*/ 484 h 982"/>
              <a:gd name="T100" fmla="*/ 581 w 983"/>
              <a:gd name="T101" fmla="*/ 221 h 982"/>
              <a:gd name="T102" fmla="*/ 841 w 983"/>
              <a:gd name="T103" fmla="*/ 574 h 982"/>
              <a:gd name="T104" fmla="*/ 134 w 983"/>
              <a:gd name="T105" fmla="*/ 406 h 982"/>
              <a:gd name="T106" fmla="*/ 841 w 983"/>
              <a:gd name="T107" fmla="*/ 574 h 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83" h="982">
                <a:moveTo>
                  <a:pt x="113" y="401"/>
                </a:moveTo>
                <a:cubicBezTo>
                  <a:pt x="163" y="194"/>
                  <a:pt x="370" y="67"/>
                  <a:pt x="577" y="116"/>
                </a:cubicBezTo>
                <a:cubicBezTo>
                  <a:pt x="783" y="165"/>
                  <a:pt x="911" y="373"/>
                  <a:pt x="861" y="579"/>
                </a:cubicBezTo>
                <a:cubicBezTo>
                  <a:pt x="812" y="786"/>
                  <a:pt x="605" y="913"/>
                  <a:pt x="398" y="864"/>
                </a:cubicBezTo>
                <a:cubicBezTo>
                  <a:pt x="191" y="815"/>
                  <a:pt x="64" y="607"/>
                  <a:pt x="113" y="401"/>
                </a:cubicBezTo>
                <a:close/>
                <a:moveTo>
                  <a:pt x="338" y="959"/>
                </a:moveTo>
                <a:lnTo>
                  <a:pt x="414" y="978"/>
                </a:lnTo>
                <a:lnTo>
                  <a:pt x="453" y="907"/>
                </a:lnTo>
                <a:cubicBezTo>
                  <a:pt x="469" y="908"/>
                  <a:pt x="485" y="908"/>
                  <a:pt x="501" y="908"/>
                </a:cubicBezTo>
                <a:lnTo>
                  <a:pt x="533" y="982"/>
                </a:lnTo>
                <a:lnTo>
                  <a:pt x="610" y="969"/>
                </a:lnTo>
                <a:lnTo>
                  <a:pt x="618" y="887"/>
                </a:lnTo>
                <a:cubicBezTo>
                  <a:pt x="631" y="883"/>
                  <a:pt x="643" y="878"/>
                  <a:pt x="656" y="872"/>
                </a:cubicBezTo>
                <a:lnTo>
                  <a:pt x="715" y="930"/>
                </a:lnTo>
                <a:lnTo>
                  <a:pt x="781" y="890"/>
                </a:lnTo>
                <a:lnTo>
                  <a:pt x="757" y="809"/>
                </a:lnTo>
                <a:cubicBezTo>
                  <a:pt x="770" y="799"/>
                  <a:pt x="782" y="787"/>
                  <a:pt x="794" y="775"/>
                </a:cubicBezTo>
                <a:lnTo>
                  <a:pt x="871" y="805"/>
                </a:lnTo>
                <a:lnTo>
                  <a:pt x="916" y="741"/>
                </a:lnTo>
                <a:lnTo>
                  <a:pt x="862" y="676"/>
                </a:lnTo>
                <a:cubicBezTo>
                  <a:pt x="867" y="666"/>
                  <a:pt x="872" y="655"/>
                  <a:pt x="876" y="644"/>
                </a:cubicBezTo>
                <a:lnTo>
                  <a:pt x="960" y="644"/>
                </a:lnTo>
                <a:lnTo>
                  <a:pt x="978" y="568"/>
                </a:lnTo>
                <a:lnTo>
                  <a:pt x="904" y="528"/>
                </a:lnTo>
                <a:cubicBezTo>
                  <a:pt x="905" y="514"/>
                  <a:pt x="906" y="500"/>
                  <a:pt x="905" y="487"/>
                </a:cubicBezTo>
                <a:lnTo>
                  <a:pt x="983" y="454"/>
                </a:lnTo>
                <a:lnTo>
                  <a:pt x="971" y="377"/>
                </a:lnTo>
                <a:lnTo>
                  <a:pt x="887" y="369"/>
                </a:lnTo>
                <a:cubicBezTo>
                  <a:pt x="883" y="354"/>
                  <a:pt x="878" y="341"/>
                  <a:pt x="872" y="327"/>
                </a:cubicBezTo>
                <a:lnTo>
                  <a:pt x="931" y="268"/>
                </a:lnTo>
                <a:lnTo>
                  <a:pt x="890" y="201"/>
                </a:lnTo>
                <a:lnTo>
                  <a:pt x="811" y="225"/>
                </a:lnTo>
                <a:cubicBezTo>
                  <a:pt x="802" y="215"/>
                  <a:pt x="793" y="205"/>
                  <a:pt x="784" y="195"/>
                </a:cubicBezTo>
                <a:lnTo>
                  <a:pt x="815" y="119"/>
                </a:lnTo>
                <a:lnTo>
                  <a:pt x="753" y="73"/>
                </a:lnTo>
                <a:lnTo>
                  <a:pt x="689" y="124"/>
                </a:lnTo>
                <a:cubicBezTo>
                  <a:pt x="675" y="116"/>
                  <a:pt x="660" y="109"/>
                  <a:pt x="645" y="103"/>
                </a:cubicBezTo>
                <a:lnTo>
                  <a:pt x="644" y="22"/>
                </a:lnTo>
                <a:lnTo>
                  <a:pt x="568" y="4"/>
                </a:lnTo>
                <a:lnTo>
                  <a:pt x="531" y="74"/>
                </a:lnTo>
                <a:cubicBezTo>
                  <a:pt x="514" y="72"/>
                  <a:pt x="497" y="72"/>
                  <a:pt x="481" y="72"/>
                </a:cubicBezTo>
                <a:lnTo>
                  <a:pt x="450" y="0"/>
                </a:lnTo>
                <a:lnTo>
                  <a:pt x="373" y="13"/>
                </a:lnTo>
                <a:lnTo>
                  <a:pt x="366" y="90"/>
                </a:lnTo>
                <a:cubicBezTo>
                  <a:pt x="351" y="94"/>
                  <a:pt x="337" y="100"/>
                  <a:pt x="323" y="106"/>
                </a:cubicBezTo>
                <a:lnTo>
                  <a:pt x="268" y="51"/>
                </a:lnTo>
                <a:lnTo>
                  <a:pt x="202" y="92"/>
                </a:lnTo>
                <a:lnTo>
                  <a:pt x="224" y="165"/>
                </a:lnTo>
                <a:cubicBezTo>
                  <a:pt x="209" y="177"/>
                  <a:pt x="195" y="190"/>
                  <a:pt x="182" y="205"/>
                </a:cubicBezTo>
                <a:lnTo>
                  <a:pt x="111" y="177"/>
                </a:lnTo>
                <a:lnTo>
                  <a:pt x="67" y="241"/>
                </a:lnTo>
                <a:lnTo>
                  <a:pt x="116" y="299"/>
                </a:lnTo>
                <a:cubicBezTo>
                  <a:pt x="109" y="311"/>
                  <a:pt x="103" y="324"/>
                  <a:pt x="98" y="338"/>
                </a:cubicBezTo>
                <a:lnTo>
                  <a:pt x="23" y="338"/>
                </a:lnTo>
                <a:lnTo>
                  <a:pt x="5" y="414"/>
                </a:lnTo>
                <a:lnTo>
                  <a:pt x="71" y="450"/>
                </a:lnTo>
                <a:cubicBezTo>
                  <a:pt x="70" y="466"/>
                  <a:pt x="69" y="482"/>
                  <a:pt x="69" y="499"/>
                </a:cubicBezTo>
                <a:lnTo>
                  <a:pt x="0" y="527"/>
                </a:lnTo>
                <a:lnTo>
                  <a:pt x="12" y="605"/>
                </a:lnTo>
                <a:lnTo>
                  <a:pt x="88" y="612"/>
                </a:lnTo>
                <a:cubicBezTo>
                  <a:pt x="93" y="629"/>
                  <a:pt x="99" y="644"/>
                  <a:pt x="106" y="660"/>
                </a:cubicBezTo>
                <a:lnTo>
                  <a:pt x="52" y="714"/>
                </a:lnTo>
                <a:lnTo>
                  <a:pt x="93" y="781"/>
                </a:lnTo>
                <a:lnTo>
                  <a:pt x="167" y="758"/>
                </a:lnTo>
                <a:cubicBezTo>
                  <a:pt x="176" y="770"/>
                  <a:pt x="187" y="781"/>
                  <a:pt x="197" y="791"/>
                </a:cubicBezTo>
                <a:lnTo>
                  <a:pt x="168" y="862"/>
                </a:lnTo>
                <a:lnTo>
                  <a:pt x="230" y="909"/>
                </a:lnTo>
                <a:lnTo>
                  <a:pt x="292" y="859"/>
                </a:lnTo>
                <a:cubicBezTo>
                  <a:pt x="307" y="867"/>
                  <a:pt x="322" y="874"/>
                  <a:pt x="338" y="880"/>
                </a:cubicBezTo>
                <a:lnTo>
                  <a:pt x="338" y="959"/>
                </a:lnTo>
                <a:close/>
                <a:moveTo>
                  <a:pt x="450" y="768"/>
                </a:moveTo>
                <a:cubicBezTo>
                  <a:pt x="456" y="744"/>
                  <a:pt x="491" y="595"/>
                  <a:pt x="491" y="595"/>
                </a:cubicBezTo>
                <a:cubicBezTo>
                  <a:pt x="529" y="593"/>
                  <a:pt x="562" y="572"/>
                  <a:pt x="580" y="539"/>
                </a:cubicBezTo>
                <a:cubicBezTo>
                  <a:pt x="580" y="539"/>
                  <a:pt x="734" y="576"/>
                  <a:pt x="759" y="582"/>
                </a:cubicBezTo>
                <a:cubicBezTo>
                  <a:pt x="785" y="588"/>
                  <a:pt x="787" y="604"/>
                  <a:pt x="779" y="622"/>
                </a:cubicBezTo>
                <a:cubicBezTo>
                  <a:pt x="727" y="739"/>
                  <a:pt x="608" y="813"/>
                  <a:pt x="480" y="810"/>
                </a:cubicBezTo>
                <a:cubicBezTo>
                  <a:pt x="454" y="810"/>
                  <a:pt x="444" y="791"/>
                  <a:pt x="450" y="768"/>
                </a:cubicBezTo>
                <a:close/>
                <a:moveTo>
                  <a:pt x="350" y="779"/>
                </a:moveTo>
                <a:cubicBezTo>
                  <a:pt x="237" y="726"/>
                  <a:pt x="166" y="611"/>
                  <a:pt x="167" y="487"/>
                </a:cubicBezTo>
                <a:cubicBezTo>
                  <a:pt x="167" y="459"/>
                  <a:pt x="185" y="445"/>
                  <a:pt x="212" y="451"/>
                </a:cubicBezTo>
                <a:cubicBezTo>
                  <a:pt x="239" y="458"/>
                  <a:pt x="383" y="492"/>
                  <a:pt x="383" y="492"/>
                </a:cubicBezTo>
                <a:cubicBezTo>
                  <a:pt x="383" y="529"/>
                  <a:pt x="404" y="564"/>
                  <a:pt x="436" y="582"/>
                </a:cubicBezTo>
                <a:cubicBezTo>
                  <a:pt x="436" y="582"/>
                  <a:pt x="406" y="708"/>
                  <a:pt x="397" y="747"/>
                </a:cubicBezTo>
                <a:cubicBezTo>
                  <a:pt x="387" y="787"/>
                  <a:pt x="371" y="787"/>
                  <a:pt x="350" y="779"/>
                </a:cubicBezTo>
                <a:close/>
                <a:moveTo>
                  <a:pt x="503" y="426"/>
                </a:moveTo>
                <a:cubicBezTo>
                  <a:pt x="538" y="435"/>
                  <a:pt x="559" y="470"/>
                  <a:pt x="551" y="505"/>
                </a:cubicBezTo>
                <a:cubicBezTo>
                  <a:pt x="543" y="540"/>
                  <a:pt x="507" y="562"/>
                  <a:pt x="472" y="554"/>
                </a:cubicBezTo>
                <a:cubicBezTo>
                  <a:pt x="437" y="545"/>
                  <a:pt x="415" y="510"/>
                  <a:pt x="424" y="475"/>
                </a:cubicBezTo>
                <a:cubicBezTo>
                  <a:pt x="432" y="440"/>
                  <a:pt x="467" y="418"/>
                  <a:pt x="503" y="426"/>
                </a:cubicBezTo>
                <a:close/>
                <a:moveTo>
                  <a:pt x="222" y="396"/>
                </a:moveTo>
                <a:cubicBezTo>
                  <a:pt x="195" y="389"/>
                  <a:pt x="191" y="365"/>
                  <a:pt x="200" y="348"/>
                </a:cubicBezTo>
                <a:cubicBezTo>
                  <a:pt x="256" y="235"/>
                  <a:pt x="373" y="165"/>
                  <a:pt x="499" y="170"/>
                </a:cubicBezTo>
                <a:cubicBezTo>
                  <a:pt x="520" y="170"/>
                  <a:pt x="531" y="186"/>
                  <a:pt x="525" y="210"/>
                </a:cubicBezTo>
                <a:cubicBezTo>
                  <a:pt x="520" y="233"/>
                  <a:pt x="483" y="385"/>
                  <a:pt x="483" y="385"/>
                </a:cubicBezTo>
                <a:cubicBezTo>
                  <a:pt x="447" y="386"/>
                  <a:pt x="414" y="406"/>
                  <a:pt x="397" y="437"/>
                </a:cubicBezTo>
                <a:cubicBezTo>
                  <a:pt x="397" y="437"/>
                  <a:pt x="248" y="402"/>
                  <a:pt x="222" y="396"/>
                </a:cubicBezTo>
                <a:close/>
                <a:moveTo>
                  <a:pt x="628" y="202"/>
                </a:moveTo>
                <a:cubicBezTo>
                  <a:pt x="741" y="257"/>
                  <a:pt x="813" y="376"/>
                  <a:pt x="808" y="503"/>
                </a:cubicBezTo>
                <a:cubicBezTo>
                  <a:pt x="806" y="518"/>
                  <a:pt x="795" y="533"/>
                  <a:pt x="773" y="527"/>
                </a:cubicBezTo>
                <a:cubicBezTo>
                  <a:pt x="751" y="522"/>
                  <a:pt x="592" y="484"/>
                  <a:pt x="592" y="484"/>
                </a:cubicBezTo>
                <a:cubicBezTo>
                  <a:pt x="590" y="448"/>
                  <a:pt x="570" y="416"/>
                  <a:pt x="538" y="398"/>
                </a:cubicBezTo>
                <a:cubicBezTo>
                  <a:pt x="538" y="398"/>
                  <a:pt x="574" y="249"/>
                  <a:pt x="581" y="221"/>
                </a:cubicBezTo>
                <a:cubicBezTo>
                  <a:pt x="588" y="192"/>
                  <a:pt x="605" y="192"/>
                  <a:pt x="628" y="202"/>
                </a:cubicBezTo>
                <a:close/>
                <a:moveTo>
                  <a:pt x="841" y="574"/>
                </a:moveTo>
                <a:cubicBezTo>
                  <a:pt x="887" y="379"/>
                  <a:pt x="767" y="183"/>
                  <a:pt x="572" y="137"/>
                </a:cubicBezTo>
                <a:cubicBezTo>
                  <a:pt x="377" y="90"/>
                  <a:pt x="181" y="210"/>
                  <a:pt x="134" y="406"/>
                </a:cubicBezTo>
                <a:cubicBezTo>
                  <a:pt x="88" y="601"/>
                  <a:pt x="208" y="796"/>
                  <a:pt x="403" y="843"/>
                </a:cubicBezTo>
                <a:cubicBezTo>
                  <a:pt x="598" y="890"/>
                  <a:pt x="794" y="769"/>
                  <a:pt x="841" y="574"/>
                </a:cubicBezTo>
                <a:close/>
              </a:path>
            </a:pathLst>
          </a:custGeom>
          <a:solidFill>
            <a:srgbClr val="1A3F6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Lifeline JL" panose="00000400000000000000" pitchFamily="2" charset="0"/>
              <a:ea typeface="字魂59号-创粗黑" panose="00000500000000000000" charset="-122"/>
            </a:endParaRPr>
          </a:p>
        </p:txBody>
      </p:sp>
      <p:sp>
        <p:nvSpPr>
          <p:cNvPr id="57" name="Freeform 10"/>
          <p:cNvSpPr>
            <a:spLocks noEditPoints="1"/>
          </p:cNvSpPr>
          <p:nvPr/>
        </p:nvSpPr>
        <p:spPr bwMode="auto">
          <a:xfrm>
            <a:off x="2799199" y="4447113"/>
            <a:ext cx="1282533" cy="1284121"/>
          </a:xfrm>
          <a:custGeom>
            <a:avLst/>
            <a:gdLst>
              <a:gd name="T0" fmla="*/ 586 w 1904"/>
              <a:gd name="T1" fmla="*/ 324 h 1906"/>
              <a:gd name="T2" fmla="*/ 1811 w 1904"/>
              <a:gd name="T3" fmla="*/ 543 h 1906"/>
              <a:gd name="T4" fmla="*/ 1521 w 1904"/>
              <a:gd name="T5" fmla="*/ 383 h 1906"/>
              <a:gd name="T6" fmla="*/ 1337 w 1904"/>
              <a:gd name="T7" fmla="*/ 247 h 1906"/>
              <a:gd name="T8" fmla="*/ 1121 w 1904"/>
              <a:gd name="T9" fmla="*/ 14 h 1906"/>
              <a:gd name="T10" fmla="*/ 882 w 1904"/>
              <a:gd name="T11" fmla="*/ 0 h 1906"/>
              <a:gd name="T12" fmla="*/ 652 w 1904"/>
              <a:gd name="T13" fmla="*/ 208 h 1906"/>
              <a:gd name="T14" fmla="*/ 453 w 1904"/>
              <a:gd name="T15" fmla="*/ 324 h 1906"/>
              <a:gd name="T16" fmla="*/ 152 w 1904"/>
              <a:gd name="T17" fmla="*/ 431 h 1906"/>
              <a:gd name="T18" fmla="*/ 53 w 1904"/>
              <a:gd name="T19" fmla="*/ 633 h 1906"/>
              <a:gd name="T20" fmla="*/ 148 w 1904"/>
              <a:gd name="T21" fmla="*/ 937 h 1906"/>
              <a:gd name="T22" fmla="*/ 175 w 1904"/>
              <a:gd name="T23" fmla="*/ 1165 h 1906"/>
              <a:gd name="T24" fmla="*/ 170 w 1904"/>
              <a:gd name="T25" fmla="*/ 1494 h 1906"/>
              <a:gd name="T26" fmla="*/ 322 w 1904"/>
              <a:gd name="T27" fmla="*/ 1667 h 1906"/>
              <a:gd name="T28" fmla="*/ 640 w 1904"/>
              <a:gd name="T29" fmla="*/ 1704 h 1906"/>
              <a:gd name="T30" fmla="*/ 856 w 1904"/>
              <a:gd name="T31" fmla="*/ 1764 h 1906"/>
              <a:gd name="T32" fmla="*/ 1172 w 1904"/>
              <a:gd name="T33" fmla="*/ 1884 h 1906"/>
              <a:gd name="T34" fmla="*/ 1366 w 1904"/>
              <a:gd name="T35" fmla="*/ 1816 h 1906"/>
              <a:gd name="T36" fmla="*/ 1528 w 1904"/>
              <a:gd name="T37" fmla="*/ 1536 h 1906"/>
              <a:gd name="T38" fmla="*/ 1662 w 1904"/>
              <a:gd name="T39" fmla="*/ 1359 h 1906"/>
              <a:gd name="T40" fmla="*/ 1890 w 1904"/>
              <a:gd name="T41" fmla="*/ 1127 h 1906"/>
              <a:gd name="T42" fmla="*/ 1904 w 1904"/>
              <a:gd name="T43" fmla="*/ 913 h 1906"/>
              <a:gd name="T44" fmla="*/ 1701 w 1904"/>
              <a:gd name="T45" fmla="*/ 649 h 1906"/>
              <a:gd name="T46" fmla="*/ 1295 w 1904"/>
              <a:gd name="T47" fmla="*/ 845 h 1906"/>
              <a:gd name="T48" fmla="*/ 1217 w 1904"/>
              <a:gd name="T49" fmla="*/ 646 h 1906"/>
              <a:gd name="T50" fmla="*/ 1416 w 1904"/>
              <a:gd name="T51" fmla="*/ 785 h 1906"/>
              <a:gd name="T52" fmla="*/ 1442 w 1904"/>
              <a:gd name="T53" fmla="*/ 1085 h 1906"/>
              <a:gd name="T54" fmla="*/ 1278 w 1904"/>
              <a:gd name="T55" fmla="*/ 1124 h 1906"/>
              <a:gd name="T56" fmla="*/ 1365 w 1904"/>
              <a:gd name="T57" fmla="*/ 928 h 1906"/>
              <a:gd name="T58" fmla="*/ 1203 w 1904"/>
              <a:gd name="T59" fmla="*/ 1383 h 1906"/>
              <a:gd name="T60" fmla="*/ 1060 w 1904"/>
              <a:gd name="T61" fmla="*/ 1296 h 1906"/>
              <a:gd name="T62" fmla="*/ 1259 w 1904"/>
              <a:gd name="T63" fmla="*/ 1218 h 1906"/>
              <a:gd name="T64" fmla="*/ 906 w 1904"/>
              <a:gd name="T65" fmla="*/ 1436 h 1906"/>
              <a:gd name="T66" fmla="*/ 715 w 1904"/>
              <a:gd name="T67" fmla="*/ 1286 h 1906"/>
              <a:gd name="T68" fmla="*/ 922 w 1904"/>
              <a:gd name="T69" fmla="*/ 1305 h 1906"/>
              <a:gd name="T70" fmla="*/ 522 w 1904"/>
              <a:gd name="T71" fmla="*/ 1204 h 1906"/>
              <a:gd name="T72" fmla="*/ 610 w 1904"/>
              <a:gd name="T73" fmla="*/ 1060 h 1906"/>
              <a:gd name="T74" fmla="*/ 687 w 1904"/>
              <a:gd name="T75" fmla="*/ 1260 h 1906"/>
              <a:gd name="T76" fmla="*/ 456 w 1904"/>
              <a:gd name="T77" fmla="*/ 825 h 1906"/>
              <a:gd name="T78" fmla="*/ 619 w 1904"/>
              <a:gd name="T79" fmla="*/ 786 h 1906"/>
              <a:gd name="T80" fmla="*/ 533 w 1904"/>
              <a:gd name="T81" fmla="*/ 982 h 1906"/>
              <a:gd name="T82" fmla="*/ 702 w 1904"/>
              <a:gd name="T83" fmla="*/ 522 h 1906"/>
              <a:gd name="T84" fmla="*/ 845 w 1904"/>
              <a:gd name="T85" fmla="*/ 610 h 1906"/>
              <a:gd name="T86" fmla="*/ 645 w 1904"/>
              <a:gd name="T87" fmla="*/ 688 h 1906"/>
              <a:gd name="T88" fmla="*/ 1094 w 1904"/>
              <a:gd name="T89" fmla="*/ 1195 h 1906"/>
              <a:gd name="T90" fmla="*/ 1190 w 1904"/>
              <a:gd name="T91" fmla="*/ 824 h 1906"/>
              <a:gd name="T92" fmla="*/ 1074 w 1904"/>
              <a:gd name="T93" fmla="*/ 461 h 1906"/>
              <a:gd name="T94" fmla="*/ 1113 w 1904"/>
              <a:gd name="T95" fmla="*/ 625 h 1906"/>
              <a:gd name="T96" fmla="*/ 917 w 1904"/>
              <a:gd name="T97" fmla="*/ 539 h 1906"/>
              <a:gd name="T98" fmla="*/ 1286 w 1904"/>
              <a:gd name="T99" fmla="*/ 1526 h 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904" h="1906">
                <a:moveTo>
                  <a:pt x="1319" y="1582"/>
                </a:moveTo>
                <a:cubicBezTo>
                  <a:pt x="971" y="1784"/>
                  <a:pt x="526" y="1667"/>
                  <a:pt x="323" y="1319"/>
                </a:cubicBezTo>
                <a:cubicBezTo>
                  <a:pt x="121" y="972"/>
                  <a:pt x="239" y="526"/>
                  <a:pt x="586" y="324"/>
                </a:cubicBezTo>
                <a:cubicBezTo>
                  <a:pt x="934" y="122"/>
                  <a:pt x="1379" y="239"/>
                  <a:pt x="1581" y="587"/>
                </a:cubicBezTo>
                <a:cubicBezTo>
                  <a:pt x="1784" y="934"/>
                  <a:pt x="1666" y="1380"/>
                  <a:pt x="1319" y="1582"/>
                </a:cubicBezTo>
                <a:close/>
                <a:moveTo>
                  <a:pt x="1811" y="543"/>
                </a:moveTo>
                <a:lnTo>
                  <a:pt x="1735" y="412"/>
                </a:lnTo>
                <a:lnTo>
                  <a:pt x="1585" y="453"/>
                </a:lnTo>
                <a:cubicBezTo>
                  <a:pt x="1565" y="428"/>
                  <a:pt x="1544" y="405"/>
                  <a:pt x="1521" y="383"/>
                </a:cubicBezTo>
                <a:lnTo>
                  <a:pt x="1583" y="239"/>
                </a:lnTo>
                <a:lnTo>
                  <a:pt x="1461" y="148"/>
                </a:lnTo>
                <a:lnTo>
                  <a:pt x="1337" y="247"/>
                </a:lnTo>
                <a:cubicBezTo>
                  <a:pt x="1313" y="234"/>
                  <a:pt x="1289" y="223"/>
                  <a:pt x="1265" y="212"/>
                </a:cubicBezTo>
                <a:lnTo>
                  <a:pt x="1268" y="53"/>
                </a:lnTo>
                <a:lnTo>
                  <a:pt x="1121" y="14"/>
                </a:lnTo>
                <a:lnTo>
                  <a:pt x="1042" y="154"/>
                </a:lnTo>
                <a:cubicBezTo>
                  <a:pt x="1010" y="151"/>
                  <a:pt x="977" y="149"/>
                  <a:pt x="944" y="150"/>
                </a:cubicBezTo>
                <a:lnTo>
                  <a:pt x="882" y="0"/>
                </a:lnTo>
                <a:lnTo>
                  <a:pt x="733" y="22"/>
                </a:lnTo>
                <a:lnTo>
                  <a:pt x="716" y="185"/>
                </a:lnTo>
                <a:cubicBezTo>
                  <a:pt x="695" y="192"/>
                  <a:pt x="673" y="199"/>
                  <a:pt x="652" y="208"/>
                </a:cubicBezTo>
                <a:lnTo>
                  <a:pt x="539" y="90"/>
                </a:lnTo>
                <a:lnTo>
                  <a:pt x="409" y="166"/>
                </a:lnTo>
                <a:lnTo>
                  <a:pt x="453" y="324"/>
                </a:lnTo>
                <a:cubicBezTo>
                  <a:pt x="432" y="341"/>
                  <a:pt x="412" y="358"/>
                  <a:pt x="393" y="377"/>
                </a:cubicBezTo>
                <a:lnTo>
                  <a:pt x="244" y="310"/>
                </a:lnTo>
                <a:lnTo>
                  <a:pt x="152" y="431"/>
                </a:lnTo>
                <a:lnTo>
                  <a:pt x="252" y="559"/>
                </a:lnTo>
                <a:cubicBezTo>
                  <a:pt x="238" y="584"/>
                  <a:pt x="225" y="610"/>
                  <a:pt x="214" y="636"/>
                </a:cubicBezTo>
                <a:lnTo>
                  <a:pt x="53" y="633"/>
                </a:lnTo>
                <a:lnTo>
                  <a:pt x="15" y="779"/>
                </a:lnTo>
                <a:lnTo>
                  <a:pt x="154" y="859"/>
                </a:lnTo>
                <a:cubicBezTo>
                  <a:pt x="151" y="884"/>
                  <a:pt x="149" y="911"/>
                  <a:pt x="148" y="937"/>
                </a:cubicBezTo>
                <a:lnTo>
                  <a:pt x="0" y="993"/>
                </a:lnTo>
                <a:lnTo>
                  <a:pt x="20" y="1144"/>
                </a:lnTo>
                <a:lnTo>
                  <a:pt x="175" y="1165"/>
                </a:lnTo>
                <a:cubicBezTo>
                  <a:pt x="184" y="1195"/>
                  <a:pt x="193" y="1226"/>
                  <a:pt x="205" y="1256"/>
                </a:cubicBezTo>
                <a:lnTo>
                  <a:pt x="94" y="1363"/>
                </a:lnTo>
                <a:lnTo>
                  <a:pt x="170" y="1494"/>
                </a:lnTo>
                <a:lnTo>
                  <a:pt x="318" y="1454"/>
                </a:lnTo>
                <a:cubicBezTo>
                  <a:pt x="338" y="1480"/>
                  <a:pt x="359" y="1504"/>
                  <a:pt x="382" y="1527"/>
                </a:cubicBezTo>
                <a:lnTo>
                  <a:pt x="322" y="1667"/>
                </a:lnTo>
                <a:lnTo>
                  <a:pt x="443" y="1758"/>
                </a:lnTo>
                <a:lnTo>
                  <a:pt x="561" y="1665"/>
                </a:lnTo>
                <a:cubicBezTo>
                  <a:pt x="587" y="1679"/>
                  <a:pt x="613" y="1693"/>
                  <a:pt x="640" y="1704"/>
                </a:cubicBezTo>
                <a:lnTo>
                  <a:pt x="637" y="1853"/>
                </a:lnTo>
                <a:lnTo>
                  <a:pt x="784" y="1892"/>
                </a:lnTo>
                <a:lnTo>
                  <a:pt x="856" y="1764"/>
                </a:lnTo>
                <a:cubicBezTo>
                  <a:pt x="893" y="1768"/>
                  <a:pt x="930" y="1771"/>
                  <a:pt x="967" y="1770"/>
                </a:cubicBezTo>
                <a:lnTo>
                  <a:pt x="1023" y="1906"/>
                </a:lnTo>
                <a:lnTo>
                  <a:pt x="1172" y="1884"/>
                </a:lnTo>
                <a:lnTo>
                  <a:pt x="1187" y="1738"/>
                </a:lnTo>
                <a:cubicBezTo>
                  <a:pt x="1213" y="1730"/>
                  <a:pt x="1239" y="1721"/>
                  <a:pt x="1265" y="1711"/>
                </a:cubicBezTo>
                <a:lnTo>
                  <a:pt x="1366" y="1816"/>
                </a:lnTo>
                <a:lnTo>
                  <a:pt x="1496" y="1740"/>
                </a:lnTo>
                <a:lnTo>
                  <a:pt x="1457" y="1599"/>
                </a:lnTo>
                <a:cubicBezTo>
                  <a:pt x="1482" y="1579"/>
                  <a:pt x="1506" y="1558"/>
                  <a:pt x="1528" y="1536"/>
                </a:cubicBezTo>
                <a:lnTo>
                  <a:pt x="1661" y="1595"/>
                </a:lnTo>
                <a:lnTo>
                  <a:pt x="1753" y="1475"/>
                </a:lnTo>
                <a:lnTo>
                  <a:pt x="1662" y="1359"/>
                </a:lnTo>
                <a:cubicBezTo>
                  <a:pt x="1678" y="1330"/>
                  <a:pt x="1692" y="1300"/>
                  <a:pt x="1705" y="1270"/>
                </a:cubicBezTo>
                <a:lnTo>
                  <a:pt x="1852" y="1273"/>
                </a:lnTo>
                <a:lnTo>
                  <a:pt x="1890" y="1127"/>
                </a:lnTo>
                <a:lnTo>
                  <a:pt x="1760" y="1053"/>
                </a:lnTo>
                <a:cubicBezTo>
                  <a:pt x="1763" y="1024"/>
                  <a:pt x="1765" y="995"/>
                  <a:pt x="1765" y="966"/>
                </a:cubicBezTo>
                <a:lnTo>
                  <a:pt x="1904" y="913"/>
                </a:lnTo>
                <a:lnTo>
                  <a:pt x="1885" y="762"/>
                </a:lnTo>
                <a:lnTo>
                  <a:pt x="1734" y="742"/>
                </a:lnTo>
                <a:cubicBezTo>
                  <a:pt x="1725" y="710"/>
                  <a:pt x="1714" y="679"/>
                  <a:pt x="1701" y="649"/>
                </a:cubicBezTo>
                <a:lnTo>
                  <a:pt x="1811" y="543"/>
                </a:lnTo>
                <a:close/>
                <a:moveTo>
                  <a:pt x="1350" y="876"/>
                </a:moveTo>
                <a:cubicBezTo>
                  <a:pt x="1291" y="906"/>
                  <a:pt x="1295" y="845"/>
                  <a:pt x="1295" y="845"/>
                </a:cubicBezTo>
                <a:cubicBezTo>
                  <a:pt x="1295" y="845"/>
                  <a:pt x="1299" y="825"/>
                  <a:pt x="1269" y="775"/>
                </a:cubicBezTo>
                <a:cubicBezTo>
                  <a:pt x="1242" y="727"/>
                  <a:pt x="1217" y="715"/>
                  <a:pt x="1217" y="715"/>
                </a:cubicBezTo>
                <a:cubicBezTo>
                  <a:pt x="1217" y="715"/>
                  <a:pt x="1169" y="685"/>
                  <a:pt x="1217" y="646"/>
                </a:cubicBezTo>
                <a:cubicBezTo>
                  <a:pt x="1279" y="597"/>
                  <a:pt x="1321" y="634"/>
                  <a:pt x="1321" y="634"/>
                </a:cubicBezTo>
                <a:cubicBezTo>
                  <a:pt x="1321" y="634"/>
                  <a:pt x="1360" y="662"/>
                  <a:pt x="1383" y="702"/>
                </a:cubicBezTo>
                <a:cubicBezTo>
                  <a:pt x="1412" y="752"/>
                  <a:pt x="1416" y="785"/>
                  <a:pt x="1416" y="785"/>
                </a:cubicBezTo>
                <a:cubicBezTo>
                  <a:pt x="1416" y="785"/>
                  <a:pt x="1430" y="836"/>
                  <a:pt x="1350" y="876"/>
                </a:cubicBezTo>
                <a:close/>
                <a:moveTo>
                  <a:pt x="1446" y="993"/>
                </a:moveTo>
                <a:cubicBezTo>
                  <a:pt x="1446" y="993"/>
                  <a:pt x="1454" y="1040"/>
                  <a:pt x="1442" y="1085"/>
                </a:cubicBezTo>
                <a:cubicBezTo>
                  <a:pt x="1427" y="1141"/>
                  <a:pt x="1407" y="1167"/>
                  <a:pt x="1407" y="1167"/>
                </a:cubicBezTo>
                <a:cubicBezTo>
                  <a:pt x="1407" y="1167"/>
                  <a:pt x="1380" y="1213"/>
                  <a:pt x="1296" y="1184"/>
                </a:cubicBezTo>
                <a:cubicBezTo>
                  <a:pt x="1233" y="1164"/>
                  <a:pt x="1278" y="1124"/>
                  <a:pt x="1278" y="1124"/>
                </a:cubicBezTo>
                <a:cubicBezTo>
                  <a:pt x="1278" y="1124"/>
                  <a:pt x="1295" y="1112"/>
                  <a:pt x="1310" y="1056"/>
                </a:cubicBezTo>
                <a:cubicBezTo>
                  <a:pt x="1324" y="1002"/>
                  <a:pt x="1316" y="977"/>
                  <a:pt x="1316" y="977"/>
                </a:cubicBezTo>
                <a:cubicBezTo>
                  <a:pt x="1316" y="977"/>
                  <a:pt x="1303" y="921"/>
                  <a:pt x="1365" y="928"/>
                </a:cubicBezTo>
                <a:cubicBezTo>
                  <a:pt x="1443" y="937"/>
                  <a:pt x="1446" y="993"/>
                  <a:pt x="1446" y="993"/>
                </a:cubicBezTo>
                <a:close/>
                <a:moveTo>
                  <a:pt x="1272" y="1321"/>
                </a:moveTo>
                <a:cubicBezTo>
                  <a:pt x="1272" y="1321"/>
                  <a:pt x="1244" y="1360"/>
                  <a:pt x="1203" y="1383"/>
                </a:cubicBezTo>
                <a:cubicBezTo>
                  <a:pt x="1153" y="1413"/>
                  <a:pt x="1120" y="1417"/>
                  <a:pt x="1120" y="1417"/>
                </a:cubicBezTo>
                <a:cubicBezTo>
                  <a:pt x="1120" y="1417"/>
                  <a:pt x="1069" y="1430"/>
                  <a:pt x="1030" y="1350"/>
                </a:cubicBezTo>
                <a:cubicBezTo>
                  <a:pt x="999" y="1292"/>
                  <a:pt x="1060" y="1296"/>
                  <a:pt x="1060" y="1296"/>
                </a:cubicBezTo>
                <a:cubicBezTo>
                  <a:pt x="1060" y="1296"/>
                  <a:pt x="1080" y="1299"/>
                  <a:pt x="1130" y="1270"/>
                </a:cubicBezTo>
                <a:cubicBezTo>
                  <a:pt x="1179" y="1242"/>
                  <a:pt x="1190" y="1218"/>
                  <a:pt x="1190" y="1218"/>
                </a:cubicBezTo>
                <a:cubicBezTo>
                  <a:pt x="1190" y="1218"/>
                  <a:pt x="1221" y="1169"/>
                  <a:pt x="1259" y="1218"/>
                </a:cubicBezTo>
                <a:cubicBezTo>
                  <a:pt x="1309" y="1279"/>
                  <a:pt x="1272" y="1321"/>
                  <a:pt x="1272" y="1321"/>
                </a:cubicBezTo>
                <a:close/>
                <a:moveTo>
                  <a:pt x="971" y="1355"/>
                </a:moveTo>
                <a:cubicBezTo>
                  <a:pt x="962" y="1433"/>
                  <a:pt x="906" y="1436"/>
                  <a:pt x="906" y="1436"/>
                </a:cubicBezTo>
                <a:cubicBezTo>
                  <a:pt x="906" y="1436"/>
                  <a:pt x="859" y="1444"/>
                  <a:pt x="814" y="1432"/>
                </a:cubicBezTo>
                <a:cubicBezTo>
                  <a:pt x="758" y="1417"/>
                  <a:pt x="732" y="1397"/>
                  <a:pt x="732" y="1397"/>
                </a:cubicBezTo>
                <a:cubicBezTo>
                  <a:pt x="732" y="1397"/>
                  <a:pt x="686" y="1370"/>
                  <a:pt x="715" y="1286"/>
                </a:cubicBezTo>
                <a:cubicBezTo>
                  <a:pt x="735" y="1223"/>
                  <a:pt x="775" y="1268"/>
                  <a:pt x="775" y="1268"/>
                </a:cubicBezTo>
                <a:cubicBezTo>
                  <a:pt x="775" y="1268"/>
                  <a:pt x="787" y="1285"/>
                  <a:pt x="843" y="1300"/>
                </a:cubicBezTo>
                <a:cubicBezTo>
                  <a:pt x="897" y="1314"/>
                  <a:pt x="922" y="1305"/>
                  <a:pt x="922" y="1305"/>
                </a:cubicBezTo>
                <a:cubicBezTo>
                  <a:pt x="922" y="1305"/>
                  <a:pt x="978" y="1293"/>
                  <a:pt x="971" y="1355"/>
                </a:cubicBezTo>
                <a:close/>
                <a:moveTo>
                  <a:pt x="584" y="1272"/>
                </a:moveTo>
                <a:cubicBezTo>
                  <a:pt x="584" y="1272"/>
                  <a:pt x="545" y="1244"/>
                  <a:pt x="522" y="1204"/>
                </a:cubicBezTo>
                <a:cubicBezTo>
                  <a:pt x="493" y="1154"/>
                  <a:pt x="489" y="1121"/>
                  <a:pt x="489" y="1121"/>
                </a:cubicBezTo>
                <a:cubicBezTo>
                  <a:pt x="489" y="1121"/>
                  <a:pt x="475" y="1070"/>
                  <a:pt x="555" y="1030"/>
                </a:cubicBezTo>
                <a:cubicBezTo>
                  <a:pt x="614" y="1000"/>
                  <a:pt x="610" y="1060"/>
                  <a:pt x="610" y="1060"/>
                </a:cubicBezTo>
                <a:cubicBezTo>
                  <a:pt x="610" y="1060"/>
                  <a:pt x="606" y="1080"/>
                  <a:pt x="636" y="1131"/>
                </a:cubicBezTo>
                <a:cubicBezTo>
                  <a:pt x="663" y="1179"/>
                  <a:pt x="687" y="1191"/>
                  <a:pt x="687" y="1191"/>
                </a:cubicBezTo>
                <a:cubicBezTo>
                  <a:pt x="687" y="1191"/>
                  <a:pt x="736" y="1221"/>
                  <a:pt x="687" y="1260"/>
                </a:cubicBezTo>
                <a:cubicBezTo>
                  <a:pt x="626" y="1309"/>
                  <a:pt x="584" y="1272"/>
                  <a:pt x="584" y="1272"/>
                </a:cubicBezTo>
                <a:close/>
                <a:moveTo>
                  <a:pt x="451" y="917"/>
                </a:moveTo>
                <a:cubicBezTo>
                  <a:pt x="451" y="917"/>
                  <a:pt x="444" y="870"/>
                  <a:pt x="456" y="825"/>
                </a:cubicBezTo>
                <a:cubicBezTo>
                  <a:pt x="470" y="769"/>
                  <a:pt x="491" y="743"/>
                  <a:pt x="491" y="743"/>
                </a:cubicBezTo>
                <a:cubicBezTo>
                  <a:pt x="491" y="743"/>
                  <a:pt x="518" y="697"/>
                  <a:pt x="602" y="726"/>
                </a:cubicBezTo>
                <a:cubicBezTo>
                  <a:pt x="665" y="746"/>
                  <a:pt x="619" y="786"/>
                  <a:pt x="619" y="786"/>
                </a:cubicBezTo>
                <a:cubicBezTo>
                  <a:pt x="619" y="786"/>
                  <a:pt x="603" y="798"/>
                  <a:pt x="588" y="854"/>
                </a:cubicBezTo>
                <a:cubicBezTo>
                  <a:pt x="573" y="908"/>
                  <a:pt x="582" y="933"/>
                  <a:pt x="582" y="933"/>
                </a:cubicBezTo>
                <a:cubicBezTo>
                  <a:pt x="582" y="933"/>
                  <a:pt x="595" y="989"/>
                  <a:pt x="533" y="982"/>
                </a:cubicBezTo>
                <a:cubicBezTo>
                  <a:pt x="455" y="973"/>
                  <a:pt x="451" y="917"/>
                  <a:pt x="451" y="917"/>
                </a:cubicBezTo>
                <a:close/>
                <a:moveTo>
                  <a:pt x="633" y="585"/>
                </a:moveTo>
                <a:cubicBezTo>
                  <a:pt x="633" y="585"/>
                  <a:pt x="661" y="546"/>
                  <a:pt x="702" y="522"/>
                </a:cubicBezTo>
                <a:cubicBezTo>
                  <a:pt x="751" y="493"/>
                  <a:pt x="784" y="489"/>
                  <a:pt x="784" y="489"/>
                </a:cubicBezTo>
                <a:cubicBezTo>
                  <a:pt x="784" y="489"/>
                  <a:pt x="836" y="476"/>
                  <a:pt x="875" y="556"/>
                </a:cubicBezTo>
                <a:cubicBezTo>
                  <a:pt x="906" y="614"/>
                  <a:pt x="845" y="610"/>
                  <a:pt x="845" y="610"/>
                </a:cubicBezTo>
                <a:cubicBezTo>
                  <a:pt x="845" y="610"/>
                  <a:pt x="825" y="607"/>
                  <a:pt x="774" y="636"/>
                </a:cubicBezTo>
                <a:cubicBezTo>
                  <a:pt x="726" y="664"/>
                  <a:pt x="715" y="688"/>
                  <a:pt x="715" y="688"/>
                </a:cubicBezTo>
                <a:cubicBezTo>
                  <a:pt x="715" y="688"/>
                  <a:pt x="684" y="737"/>
                  <a:pt x="645" y="688"/>
                </a:cubicBezTo>
                <a:cubicBezTo>
                  <a:pt x="596" y="626"/>
                  <a:pt x="633" y="585"/>
                  <a:pt x="633" y="585"/>
                </a:cubicBezTo>
                <a:close/>
                <a:moveTo>
                  <a:pt x="1190" y="824"/>
                </a:moveTo>
                <a:cubicBezTo>
                  <a:pt x="1266" y="954"/>
                  <a:pt x="1223" y="1120"/>
                  <a:pt x="1094" y="1195"/>
                </a:cubicBezTo>
                <a:cubicBezTo>
                  <a:pt x="964" y="1271"/>
                  <a:pt x="798" y="1226"/>
                  <a:pt x="723" y="1096"/>
                </a:cubicBezTo>
                <a:cubicBezTo>
                  <a:pt x="647" y="966"/>
                  <a:pt x="690" y="800"/>
                  <a:pt x="820" y="725"/>
                </a:cubicBezTo>
                <a:cubicBezTo>
                  <a:pt x="949" y="649"/>
                  <a:pt x="1115" y="694"/>
                  <a:pt x="1190" y="824"/>
                </a:cubicBezTo>
                <a:close/>
                <a:moveTo>
                  <a:pt x="917" y="539"/>
                </a:moveTo>
                <a:cubicBezTo>
                  <a:pt x="926" y="460"/>
                  <a:pt x="982" y="457"/>
                  <a:pt x="982" y="457"/>
                </a:cubicBezTo>
                <a:cubicBezTo>
                  <a:pt x="982" y="457"/>
                  <a:pt x="1029" y="449"/>
                  <a:pt x="1074" y="461"/>
                </a:cubicBezTo>
                <a:cubicBezTo>
                  <a:pt x="1130" y="476"/>
                  <a:pt x="1156" y="497"/>
                  <a:pt x="1156" y="497"/>
                </a:cubicBezTo>
                <a:cubicBezTo>
                  <a:pt x="1156" y="497"/>
                  <a:pt x="1202" y="523"/>
                  <a:pt x="1173" y="608"/>
                </a:cubicBezTo>
                <a:cubicBezTo>
                  <a:pt x="1153" y="671"/>
                  <a:pt x="1113" y="625"/>
                  <a:pt x="1113" y="625"/>
                </a:cubicBezTo>
                <a:cubicBezTo>
                  <a:pt x="1113" y="625"/>
                  <a:pt x="1102" y="609"/>
                  <a:pt x="1045" y="593"/>
                </a:cubicBezTo>
                <a:cubicBezTo>
                  <a:pt x="991" y="579"/>
                  <a:pt x="966" y="588"/>
                  <a:pt x="966" y="588"/>
                </a:cubicBezTo>
                <a:cubicBezTo>
                  <a:pt x="966" y="588"/>
                  <a:pt x="910" y="601"/>
                  <a:pt x="917" y="539"/>
                </a:cubicBezTo>
                <a:close/>
                <a:moveTo>
                  <a:pt x="619" y="380"/>
                </a:moveTo>
                <a:cubicBezTo>
                  <a:pt x="303" y="564"/>
                  <a:pt x="196" y="970"/>
                  <a:pt x="380" y="1286"/>
                </a:cubicBezTo>
                <a:cubicBezTo>
                  <a:pt x="564" y="1603"/>
                  <a:pt x="970" y="1710"/>
                  <a:pt x="1286" y="1526"/>
                </a:cubicBezTo>
                <a:cubicBezTo>
                  <a:pt x="1602" y="1342"/>
                  <a:pt x="1709" y="936"/>
                  <a:pt x="1525" y="620"/>
                </a:cubicBezTo>
                <a:cubicBezTo>
                  <a:pt x="1341" y="303"/>
                  <a:pt x="935" y="196"/>
                  <a:pt x="619" y="380"/>
                </a:cubicBezTo>
                <a:close/>
              </a:path>
            </a:pathLst>
          </a:custGeom>
          <a:solidFill>
            <a:srgbClr val="F8BC4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Lifeline JL" panose="00000400000000000000" pitchFamily="2" charset="0"/>
              <a:ea typeface="字魂59号-创粗黑" panose="00000500000000000000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119222" y="3586471"/>
            <a:ext cx="16209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团队研究</a:t>
            </a:r>
            <a:endParaRPr lang="zh-CN" altLang="en-US" sz="280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954978" y="3591677"/>
            <a:ext cx="1620746" cy="5231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dirty="0">
                <a:solidFill>
                  <a:srgbClr val="F7B53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科研能力</a:t>
            </a:r>
            <a:endParaRPr lang="zh-CN" altLang="en-US" sz="2800" dirty="0">
              <a:solidFill>
                <a:srgbClr val="F7B53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60" name="Freeform 19"/>
          <p:cNvSpPr>
            <a:spLocks noEditPoints="1"/>
          </p:cNvSpPr>
          <p:nvPr/>
        </p:nvSpPr>
        <p:spPr bwMode="auto">
          <a:xfrm>
            <a:off x="4396550" y="2880673"/>
            <a:ext cx="795234" cy="650790"/>
          </a:xfrm>
          <a:custGeom>
            <a:avLst/>
            <a:gdLst>
              <a:gd name="T0" fmla="*/ 787 w 1020"/>
              <a:gd name="T1" fmla="*/ 779 h 812"/>
              <a:gd name="T2" fmla="*/ 0 w 1020"/>
              <a:gd name="T3" fmla="*/ 779 h 812"/>
              <a:gd name="T4" fmla="*/ 408 w 1020"/>
              <a:gd name="T5" fmla="*/ 300 h 812"/>
              <a:gd name="T6" fmla="*/ 394 w 1020"/>
              <a:gd name="T7" fmla="*/ 286 h 812"/>
              <a:gd name="T8" fmla="*/ 744 w 1020"/>
              <a:gd name="T9" fmla="*/ 335 h 812"/>
              <a:gd name="T10" fmla="*/ 44 w 1020"/>
              <a:gd name="T11" fmla="*/ 274 h 812"/>
              <a:gd name="T12" fmla="*/ 280 w 1020"/>
              <a:gd name="T13" fmla="*/ 588 h 812"/>
              <a:gd name="T14" fmla="*/ 134 w 1020"/>
              <a:gd name="T15" fmla="*/ 495 h 812"/>
              <a:gd name="T16" fmla="*/ 134 w 1020"/>
              <a:gd name="T17" fmla="*/ 527 h 812"/>
              <a:gd name="T18" fmla="*/ 427 w 1020"/>
              <a:gd name="T19" fmla="*/ 434 h 812"/>
              <a:gd name="T20" fmla="*/ 134 w 1020"/>
              <a:gd name="T21" fmla="*/ 434 h 812"/>
              <a:gd name="T22" fmla="*/ 427 w 1020"/>
              <a:gd name="T23" fmla="*/ 404 h 812"/>
              <a:gd name="T24" fmla="*/ 755 w 1020"/>
              <a:gd name="T25" fmla="*/ 340 h 812"/>
              <a:gd name="T26" fmla="*/ 755 w 1020"/>
              <a:gd name="T27" fmla="*/ 340 h 812"/>
              <a:gd name="T28" fmla="*/ 756 w 1020"/>
              <a:gd name="T29" fmla="*/ 51 h 812"/>
              <a:gd name="T30" fmla="*/ 463 w 1020"/>
              <a:gd name="T31" fmla="*/ 183 h 812"/>
              <a:gd name="T32" fmla="*/ 798 w 1020"/>
              <a:gd name="T33" fmla="*/ 202 h 812"/>
              <a:gd name="T34" fmla="*/ 511 w 1020"/>
              <a:gd name="T35" fmla="*/ 140 h 812"/>
              <a:gd name="T36" fmla="*/ 808 w 1020"/>
              <a:gd name="T37" fmla="*/ 353 h 812"/>
              <a:gd name="T38" fmla="*/ 924 w 1020"/>
              <a:gd name="T39" fmla="*/ 211 h 812"/>
              <a:gd name="T40" fmla="*/ 955 w 1020"/>
              <a:gd name="T41" fmla="*/ 244 h 812"/>
              <a:gd name="T42" fmla="*/ 938 w 1020"/>
              <a:gd name="T43" fmla="*/ 208 h 812"/>
              <a:gd name="T44" fmla="*/ 932 w 1020"/>
              <a:gd name="T45" fmla="*/ 397 h 812"/>
              <a:gd name="T46" fmla="*/ 930 w 1020"/>
              <a:gd name="T47" fmla="*/ 436 h 812"/>
              <a:gd name="T48" fmla="*/ 962 w 1020"/>
              <a:gd name="T49" fmla="*/ 436 h 812"/>
              <a:gd name="T50" fmla="*/ 960 w 1020"/>
              <a:gd name="T51" fmla="*/ 397 h 812"/>
              <a:gd name="T52" fmla="*/ 954 w 1020"/>
              <a:gd name="T53" fmla="*/ 313 h 812"/>
              <a:gd name="T54" fmla="*/ 470 w 1020"/>
              <a:gd name="T55" fmla="*/ 437 h 812"/>
              <a:gd name="T56" fmla="*/ 515 w 1020"/>
              <a:gd name="T57" fmla="*/ 611 h 812"/>
              <a:gd name="T58" fmla="*/ 532 w 1020"/>
              <a:gd name="T59" fmla="*/ 597 h 812"/>
              <a:gd name="T60" fmla="*/ 539 w 1020"/>
              <a:gd name="T61" fmla="*/ 575 h 812"/>
              <a:gd name="T62" fmla="*/ 560 w 1020"/>
              <a:gd name="T63" fmla="*/ 589 h 812"/>
              <a:gd name="T64" fmla="*/ 575 w 1020"/>
              <a:gd name="T65" fmla="*/ 622 h 812"/>
              <a:gd name="T66" fmla="*/ 594 w 1020"/>
              <a:gd name="T67" fmla="*/ 636 h 812"/>
              <a:gd name="T68" fmla="*/ 623 w 1020"/>
              <a:gd name="T69" fmla="*/ 632 h 812"/>
              <a:gd name="T70" fmla="*/ 618 w 1020"/>
              <a:gd name="T71" fmla="*/ 615 h 812"/>
              <a:gd name="T72" fmla="*/ 603 w 1020"/>
              <a:gd name="T73" fmla="*/ 582 h 812"/>
              <a:gd name="T74" fmla="*/ 582 w 1020"/>
              <a:gd name="T75" fmla="*/ 568 h 812"/>
              <a:gd name="T76" fmla="*/ 634 w 1020"/>
              <a:gd name="T77" fmla="*/ 540 h 812"/>
              <a:gd name="T78" fmla="*/ 613 w 1020"/>
              <a:gd name="T79" fmla="*/ 534 h 812"/>
              <a:gd name="T80" fmla="*/ 599 w 1020"/>
              <a:gd name="T81" fmla="*/ 516 h 812"/>
              <a:gd name="T82" fmla="*/ 577 w 1020"/>
              <a:gd name="T83" fmla="*/ 509 h 812"/>
              <a:gd name="T84" fmla="*/ 563 w 1020"/>
              <a:gd name="T85" fmla="*/ 491 h 812"/>
              <a:gd name="T86" fmla="*/ 541 w 1020"/>
              <a:gd name="T87" fmla="*/ 485 h 812"/>
              <a:gd name="T88" fmla="*/ 527 w 1020"/>
              <a:gd name="T89" fmla="*/ 467 h 812"/>
              <a:gd name="T90" fmla="*/ 505 w 1020"/>
              <a:gd name="T91" fmla="*/ 461 h 812"/>
              <a:gd name="T92" fmla="*/ 491 w 1020"/>
              <a:gd name="T93" fmla="*/ 443 h 812"/>
              <a:gd name="T94" fmla="*/ 95 w 1020"/>
              <a:gd name="T95" fmla="*/ 327 h 812"/>
              <a:gd name="T96" fmla="*/ 95 w 1020"/>
              <a:gd name="T97" fmla="*/ 680 h 8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020" h="812">
                <a:moveTo>
                  <a:pt x="0" y="751"/>
                </a:moveTo>
                <a:lnTo>
                  <a:pt x="787" y="751"/>
                </a:lnTo>
                <a:lnTo>
                  <a:pt x="787" y="779"/>
                </a:lnTo>
                <a:cubicBezTo>
                  <a:pt x="787" y="797"/>
                  <a:pt x="772" y="812"/>
                  <a:pt x="754" y="812"/>
                </a:cubicBezTo>
                <a:lnTo>
                  <a:pt x="33" y="812"/>
                </a:lnTo>
                <a:cubicBezTo>
                  <a:pt x="15" y="812"/>
                  <a:pt x="0" y="797"/>
                  <a:pt x="0" y="779"/>
                </a:cubicBezTo>
                <a:lnTo>
                  <a:pt x="0" y="751"/>
                </a:lnTo>
                <a:close/>
                <a:moveTo>
                  <a:pt x="394" y="286"/>
                </a:moveTo>
                <a:cubicBezTo>
                  <a:pt x="402" y="286"/>
                  <a:pt x="408" y="292"/>
                  <a:pt x="408" y="300"/>
                </a:cubicBezTo>
                <a:cubicBezTo>
                  <a:pt x="408" y="308"/>
                  <a:pt x="402" y="315"/>
                  <a:pt x="394" y="315"/>
                </a:cubicBezTo>
                <a:cubicBezTo>
                  <a:pt x="386" y="315"/>
                  <a:pt x="379" y="308"/>
                  <a:pt x="379" y="300"/>
                </a:cubicBezTo>
                <a:cubicBezTo>
                  <a:pt x="379" y="292"/>
                  <a:pt x="386" y="286"/>
                  <a:pt x="394" y="286"/>
                </a:cubicBezTo>
                <a:close/>
                <a:moveTo>
                  <a:pt x="44" y="274"/>
                </a:moveTo>
                <a:lnTo>
                  <a:pt x="485" y="274"/>
                </a:lnTo>
                <a:cubicBezTo>
                  <a:pt x="576" y="280"/>
                  <a:pt x="662" y="297"/>
                  <a:pt x="744" y="335"/>
                </a:cubicBezTo>
                <a:lnTo>
                  <a:pt x="744" y="733"/>
                </a:lnTo>
                <a:lnTo>
                  <a:pt x="44" y="733"/>
                </a:lnTo>
                <a:lnTo>
                  <a:pt x="44" y="274"/>
                </a:lnTo>
                <a:close/>
                <a:moveTo>
                  <a:pt x="134" y="557"/>
                </a:moveTo>
                <a:lnTo>
                  <a:pt x="280" y="557"/>
                </a:lnTo>
                <a:lnTo>
                  <a:pt x="280" y="588"/>
                </a:lnTo>
                <a:lnTo>
                  <a:pt x="134" y="588"/>
                </a:lnTo>
                <a:lnTo>
                  <a:pt x="134" y="557"/>
                </a:lnTo>
                <a:close/>
                <a:moveTo>
                  <a:pt x="134" y="495"/>
                </a:moveTo>
                <a:lnTo>
                  <a:pt x="427" y="495"/>
                </a:lnTo>
                <a:lnTo>
                  <a:pt x="427" y="527"/>
                </a:lnTo>
                <a:lnTo>
                  <a:pt x="134" y="527"/>
                </a:lnTo>
                <a:lnTo>
                  <a:pt x="134" y="495"/>
                </a:lnTo>
                <a:close/>
                <a:moveTo>
                  <a:pt x="134" y="434"/>
                </a:moveTo>
                <a:lnTo>
                  <a:pt x="427" y="434"/>
                </a:lnTo>
                <a:lnTo>
                  <a:pt x="427" y="465"/>
                </a:lnTo>
                <a:lnTo>
                  <a:pt x="134" y="465"/>
                </a:lnTo>
                <a:lnTo>
                  <a:pt x="134" y="434"/>
                </a:lnTo>
                <a:close/>
                <a:moveTo>
                  <a:pt x="134" y="373"/>
                </a:moveTo>
                <a:lnTo>
                  <a:pt x="427" y="373"/>
                </a:lnTo>
                <a:lnTo>
                  <a:pt x="427" y="404"/>
                </a:lnTo>
                <a:lnTo>
                  <a:pt x="134" y="404"/>
                </a:lnTo>
                <a:lnTo>
                  <a:pt x="134" y="373"/>
                </a:lnTo>
                <a:close/>
                <a:moveTo>
                  <a:pt x="755" y="340"/>
                </a:moveTo>
                <a:cubicBezTo>
                  <a:pt x="766" y="345"/>
                  <a:pt x="793" y="358"/>
                  <a:pt x="800" y="362"/>
                </a:cubicBezTo>
                <a:cubicBezTo>
                  <a:pt x="818" y="375"/>
                  <a:pt x="771" y="381"/>
                  <a:pt x="755" y="383"/>
                </a:cubicBezTo>
                <a:lnTo>
                  <a:pt x="755" y="340"/>
                </a:lnTo>
                <a:close/>
                <a:moveTo>
                  <a:pt x="924" y="211"/>
                </a:moveTo>
                <a:cubicBezTo>
                  <a:pt x="881" y="164"/>
                  <a:pt x="838" y="116"/>
                  <a:pt x="796" y="68"/>
                </a:cubicBezTo>
                <a:cubicBezTo>
                  <a:pt x="781" y="53"/>
                  <a:pt x="775" y="53"/>
                  <a:pt x="756" y="51"/>
                </a:cubicBezTo>
                <a:lnTo>
                  <a:pt x="311" y="2"/>
                </a:lnTo>
                <a:cubicBezTo>
                  <a:pt x="302" y="0"/>
                  <a:pt x="299" y="6"/>
                  <a:pt x="305" y="12"/>
                </a:cubicBezTo>
                <a:lnTo>
                  <a:pt x="463" y="183"/>
                </a:lnTo>
                <a:cubicBezTo>
                  <a:pt x="489" y="133"/>
                  <a:pt x="506" y="106"/>
                  <a:pt x="587" y="116"/>
                </a:cubicBezTo>
                <a:cubicBezTo>
                  <a:pt x="641" y="122"/>
                  <a:pt x="682" y="134"/>
                  <a:pt x="733" y="154"/>
                </a:cubicBezTo>
                <a:cubicBezTo>
                  <a:pt x="766" y="166"/>
                  <a:pt x="783" y="177"/>
                  <a:pt x="798" y="202"/>
                </a:cubicBezTo>
                <a:cubicBezTo>
                  <a:pt x="785" y="185"/>
                  <a:pt x="764" y="174"/>
                  <a:pt x="741" y="165"/>
                </a:cubicBezTo>
                <a:cubicBezTo>
                  <a:pt x="693" y="146"/>
                  <a:pt x="642" y="134"/>
                  <a:pt x="591" y="128"/>
                </a:cubicBezTo>
                <a:cubicBezTo>
                  <a:pt x="561" y="124"/>
                  <a:pt x="531" y="124"/>
                  <a:pt x="511" y="140"/>
                </a:cubicBezTo>
                <a:cubicBezTo>
                  <a:pt x="492" y="154"/>
                  <a:pt x="465" y="217"/>
                  <a:pt x="454" y="240"/>
                </a:cubicBezTo>
                <a:cubicBezTo>
                  <a:pt x="447" y="255"/>
                  <a:pt x="455" y="261"/>
                  <a:pt x="468" y="261"/>
                </a:cubicBezTo>
                <a:cubicBezTo>
                  <a:pt x="587" y="266"/>
                  <a:pt x="703" y="297"/>
                  <a:pt x="808" y="353"/>
                </a:cubicBezTo>
                <a:lnTo>
                  <a:pt x="810" y="292"/>
                </a:lnTo>
                <a:cubicBezTo>
                  <a:pt x="848" y="297"/>
                  <a:pt x="886" y="303"/>
                  <a:pt x="924" y="308"/>
                </a:cubicBezTo>
                <a:lnTo>
                  <a:pt x="924" y="211"/>
                </a:lnTo>
                <a:close/>
                <a:moveTo>
                  <a:pt x="1010" y="320"/>
                </a:moveTo>
                <a:cubicBezTo>
                  <a:pt x="1016" y="321"/>
                  <a:pt x="1020" y="314"/>
                  <a:pt x="1014" y="309"/>
                </a:cubicBezTo>
                <a:cubicBezTo>
                  <a:pt x="994" y="288"/>
                  <a:pt x="974" y="266"/>
                  <a:pt x="955" y="244"/>
                </a:cubicBezTo>
                <a:lnTo>
                  <a:pt x="955" y="216"/>
                </a:lnTo>
                <a:cubicBezTo>
                  <a:pt x="955" y="211"/>
                  <a:pt x="950" y="208"/>
                  <a:pt x="946" y="208"/>
                </a:cubicBezTo>
                <a:lnTo>
                  <a:pt x="938" y="208"/>
                </a:lnTo>
                <a:lnTo>
                  <a:pt x="937" y="379"/>
                </a:lnTo>
                <a:cubicBezTo>
                  <a:pt x="934" y="380"/>
                  <a:pt x="933" y="382"/>
                  <a:pt x="933" y="385"/>
                </a:cubicBezTo>
                <a:lnTo>
                  <a:pt x="932" y="397"/>
                </a:lnTo>
                <a:cubicBezTo>
                  <a:pt x="931" y="404"/>
                  <a:pt x="934" y="405"/>
                  <a:pt x="934" y="410"/>
                </a:cubicBezTo>
                <a:lnTo>
                  <a:pt x="933" y="424"/>
                </a:lnTo>
                <a:cubicBezTo>
                  <a:pt x="933" y="428"/>
                  <a:pt x="930" y="430"/>
                  <a:pt x="930" y="436"/>
                </a:cubicBezTo>
                <a:lnTo>
                  <a:pt x="918" y="537"/>
                </a:lnTo>
                <a:cubicBezTo>
                  <a:pt x="924" y="549"/>
                  <a:pt x="967" y="549"/>
                  <a:pt x="974" y="537"/>
                </a:cubicBezTo>
                <a:lnTo>
                  <a:pt x="962" y="436"/>
                </a:lnTo>
                <a:cubicBezTo>
                  <a:pt x="962" y="430"/>
                  <a:pt x="959" y="429"/>
                  <a:pt x="958" y="424"/>
                </a:cubicBezTo>
                <a:lnTo>
                  <a:pt x="958" y="410"/>
                </a:lnTo>
                <a:cubicBezTo>
                  <a:pt x="957" y="404"/>
                  <a:pt x="961" y="405"/>
                  <a:pt x="960" y="397"/>
                </a:cubicBezTo>
                <a:lnTo>
                  <a:pt x="960" y="385"/>
                </a:lnTo>
                <a:cubicBezTo>
                  <a:pt x="959" y="382"/>
                  <a:pt x="958" y="380"/>
                  <a:pt x="954" y="379"/>
                </a:cubicBezTo>
                <a:lnTo>
                  <a:pt x="954" y="313"/>
                </a:lnTo>
                <a:cubicBezTo>
                  <a:pt x="973" y="315"/>
                  <a:pt x="991" y="318"/>
                  <a:pt x="1010" y="320"/>
                </a:cubicBezTo>
                <a:close/>
                <a:moveTo>
                  <a:pt x="481" y="435"/>
                </a:moveTo>
                <a:lnTo>
                  <a:pt x="470" y="437"/>
                </a:lnTo>
                <a:lnTo>
                  <a:pt x="506" y="622"/>
                </a:lnTo>
                <a:lnTo>
                  <a:pt x="517" y="620"/>
                </a:lnTo>
                <a:lnTo>
                  <a:pt x="515" y="611"/>
                </a:lnTo>
                <a:lnTo>
                  <a:pt x="524" y="609"/>
                </a:lnTo>
                <a:lnTo>
                  <a:pt x="522" y="599"/>
                </a:lnTo>
                <a:lnTo>
                  <a:pt x="532" y="597"/>
                </a:lnTo>
                <a:lnTo>
                  <a:pt x="531" y="587"/>
                </a:lnTo>
                <a:lnTo>
                  <a:pt x="540" y="585"/>
                </a:lnTo>
                <a:lnTo>
                  <a:pt x="539" y="575"/>
                </a:lnTo>
                <a:lnTo>
                  <a:pt x="548" y="573"/>
                </a:lnTo>
                <a:lnTo>
                  <a:pt x="551" y="590"/>
                </a:lnTo>
                <a:lnTo>
                  <a:pt x="560" y="589"/>
                </a:lnTo>
                <a:lnTo>
                  <a:pt x="563" y="606"/>
                </a:lnTo>
                <a:lnTo>
                  <a:pt x="572" y="604"/>
                </a:lnTo>
                <a:lnTo>
                  <a:pt x="575" y="622"/>
                </a:lnTo>
                <a:lnTo>
                  <a:pt x="584" y="620"/>
                </a:lnTo>
                <a:lnTo>
                  <a:pt x="587" y="637"/>
                </a:lnTo>
                <a:lnTo>
                  <a:pt x="594" y="636"/>
                </a:lnTo>
                <a:lnTo>
                  <a:pt x="596" y="646"/>
                </a:lnTo>
                <a:lnTo>
                  <a:pt x="625" y="640"/>
                </a:lnTo>
                <a:lnTo>
                  <a:pt x="623" y="632"/>
                </a:lnTo>
                <a:lnTo>
                  <a:pt x="630" y="631"/>
                </a:lnTo>
                <a:lnTo>
                  <a:pt x="626" y="613"/>
                </a:lnTo>
                <a:lnTo>
                  <a:pt x="618" y="615"/>
                </a:lnTo>
                <a:lnTo>
                  <a:pt x="614" y="598"/>
                </a:lnTo>
                <a:lnTo>
                  <a:pt x="606" y="599"/>
                </a:lnTo>
                <a:lnTo>
                  <a:pt x="603" y="582"/>
                </a:lnTo>
                <a:lnTo>
                  <a:pt x="594" y="583"/>
                </a:lnTo>
                <a:lnTo>
                  <a:pt x="591" y="566"/>
                </a:lnTo>
                <a:lnTo>
                  <a:pt x="582" y="568"/>
                </a:lnTo>
                <a:lnTo>
                  <a:pt x="580" y="559"/>
                </a:lnTo>
                <a:lnTo>
                  <a:pt x="636" y="548"/>
                </a:lnTo>
                <a:lnTo>
                  <a:pt x="634" y="540"/>
                </a:lnTo>
                <a:lnTo>
                  <a:pt x="625" y="541"/>
                </a:lnTo>
                <a:lnTo>
                  <a:pt x="623" y="532"/>
                </a:lnTo>
                <a:lnTo>
                  <a:pt x="613" y="534"/>
                </a:lnTo>
                <a:lnTo>
                  <a:pt x="611" y="524"/>
                </a:lnTo>
                <a:lnTo>
                  <a:pt x="601" y="526"/>
                </a:lnTo>
                <a:lnTo>
                  <a:pt x="599" y="516"/>
                </a:lnTo>
                <a:lnTo>
                  <a:pt x="589" y="517"/>
                </a:lnTo>
                <a:lnTo>
                  <a:pt x="587" y="508"/>
                </a:lnTo>
                <a:lnTo>
                  <a:pt x="577" y="509"/>
                </a:lnTo>
                <a:lnTo>
                  <a:pt x="575" y="499"/>
                </a:lnTo>
                <a:lnTo>
                  <a:pt x="565" y="501"/>
                </a:lnTo>
                <a:lnTo>
                  <a:pt x="563" y="491"/>
                </a:lnTo>
                <a:lnTo>
                  <a:pt x="553" y="493"/>
                </a:lnTo>
                <a:lnTo>
                  <a:pt x="551" y="483"/>
                </a:lnTo>
                <a:lnTo>
                  <a:pt x="541" y="485"/>
                </a:lnTo>
                <a:lnTo>
                  <a:pt x="539" y="475"/>
                </a:lnTo>
                <a:lnTo>
                  <a:pt x="529" y="477"/>
                </a:lnTo>
                <a:lnTo>
                  <a:pt x="527" y="467"/>
                </a:lnTo>
                <a:lnTo>
                  <a:pt x="517" y="469"/>
                </a:lnTo>
                <a:lnTo>
                  <a:pt x="515" y="459"/>
                </a:lnTo>
                <a:lnTo>
                  <a:pt x="505" y="461"/>
                </a:lnTo>
                <a:lnTo>
                  <a:pt x="503" y="451"/>
                </a:lnTo>
                <a:lnTo>
                  <a:pt x="493" y="453"/>
                </a:lnTo>
                <a:lnTo>
                  <a:pt x="491" y="443"/>
                </a:lnTo>
                <a:lnTo>
                  <a:pt x="483" y="445"/>
                </a:lnTo>
                <a:lnTo>
                  <a:pt x="481" y="435"/>
                </a:lnTo>
                <a:close/>
                <a:moveTo>
                  <a:pt x="95" y="327"/>
                </a:moveTo>
                <a:lnTo>
                  <a:pt x="693" y="327"/>
                </a:lnTo>
                <a:lnTo>
                  <a:pt x="693" y="680"/>
                </a:lnTo>
                <a:lnTo>
                  <a:pt x="95" y="680"/>
                </a:lnTo>
                <a:lnTo>
                  <a:pt x="95" y="327"/>
                </a:lnTo>
                <a:close/>
              </a:path>
            </a:pathLst>
          </a:custGeom>
          <a:solidFill>
            <a:srgbClr val="F8BC49"/>
          </a:solidFill>
          <a:ln>
            <a:noFill/>
          </a:ln>
        </p:spPr>
        <p:txBody>
          <a:bodyPr vert="horz" wrap="square" lIns="91428" tIns="45714" rIns="91428" bIns="45714" numCol="1" anchor="t" anchorCtr="0" compatLnSpc="1"/>
          <a:lstStyle/>
          <a:p>
            <a:endParaRPr lang="zh-CN" altLang="en-US" dirty="0">
              <a:solidFill>
                <a:schemeClr val="bg1"/>
              </a:solidFill>
              <a:ea typeface="字魂59号-创粗黑" panose="00000500000000000000" charset="-122"/>
            </a:endParaRPr>
          </a:p>
        </p:txBody>
      </p:sp>
      <p:sp>
        <p:nvSpPr>
          <p:cNvPr id="61" name="Freeform 11"/>
          <p:cNvSpPr>
            <a:spLocks noEditPoints="1"/>
          </p:cNvSpPr>
          <p:nvPr/>
        </p:nvSpPr>
        <p:spPr bwMode="auto">
          <a:xfrm>
            <a:off x="1552085" y="2928266"/>
            <a:ext cx="960387" cy="603197"/>
          </a:xfrm>
          <a:custGeom>
            <a:avLst/>
            <a:gdLst>
              <a:gd name="T0" fmla="*/ 79 w 1051"/>
              <a:gd name="T1" fmla="*/ 281 h 660"/>
              <a:gd name="T2" fmla="*/ 111 w 1051"/>
              <a:gd name="T3" fmla="*/ 248 h 660"/>
              <a:gd name="T4" fmla="*/ 81 w 1051"/>
              <a:gd name="T5" fmla="*/ 202 h 660"/>
              <a:gd name="T6" fmla="*/ 77 w 1051"/>
              <a:gd name="T7" fmla="*/ 174 h 660"/>
              <a:gd name="T8" fmla="*/ 81 w 1051"/>
              <a:gd name="T9" fmla="*/ 171 h 660"/>
              <a:gd name="T10" fmla="*/ 211 w 1051"/>
              <a:gd name="T11" fmla="*/ 92 h 660"/>
              <a:gd name="T12" fmla="*/ 235 w 1051"/>
              <a:gd name="T13" fmla="*/ 172 h 660"/>
              <a:gd name="T14" fmla="*/ 238 w 1051"/>
              <a:gd name="T15" fmla="*/ 177 h 660"/>
              <a:gd name="T16" fmla="*/ 224 w 1051"/>
              <a:gd name="T17" fmla="*/ 214 h 660"/>
              <a:gd name="T18" fmla="*/ 219 w 1051"/>
              <a:gd name="T19" fmla="*/ 277 h 660"/>
              <a:gd name="T20" fmla="*/ 272 w 1051"/>
              <a:gd name="T21" fmla="*/ 280 h 660"/>
              <a:gd name="T22" fmla="*/ 298 w 1051"/>
              <a:gd name="T23" fmla="*/ 249 h 660"/>
              <a:gd name="T24" fmla="*/ 370 w 1051"/>
              <a:gd name="T25" fmla="*/ 211 h 660"/>
              <a:gd name="T26" fmla="*/ 318 w 1051"/>
              <a:gd name="T27" fmla="*/ 177 h 660"/>
              <a:gd name="T28" fmla="*/ 462 w 1051"/>
              <a:gd name="T29" fmla="*/ 47 h 660"/>
              <a:gd name="T30" fmla="*/ 461 w 1051"/>
              <a:gd name="T31" fmla="*/ 178 h 660"/>
              <a:gd name="T32" fmla="*/ 442 w 1051"/>
              <a:gd name="T33" fmla="*/ 237 h 660"/>
              <a:gd name="T34" fmla="*/ 512 w 1051"/>
              <a:gd name="T35" fmla="*/ 256 h 660"/>
              <a:gd name="T36" fmla="*/ 568 w 1051"/>
              <a:gd name="T37" fmla="*/ 189 h 660"/>
              <a:gd name="T38" fmla="*/ 598 w 1051"/>
              <a:gd name="T39" fmla="*/ 159 h 660"/>
              <a:gd name="T40" fmla="*/ 570 w 1051"/>
              <a:gd name="T41" fmla="*/ 118 h 660"/>
              <a:gd name="T42" fmla="*/ 567 w 1051"/>
              <a:gd name="T43" fmla="*/ 93 h 660"/>
              <a:gd name="T44" fmla="*/ 571 w 1051"/>
              <a:gd name="T45" fmla="*/ 90 h 660"/>
              <a:gd name="T46" fmla="*/ 687 w 1051"/>
              <a:gd name="T47" fmla="*/ 19 h 660"/>
              <a:gd name="T48" fmla="*/ 709 w 1051"/>
              <a:gd name="T49" fmla="*/ 91 h 660"/>
              <a:gd name="T50" fmla="*/ 712 w 1051"/>
              <a:gd name="T51" fmla="*/ 95 h 660"/>
              <a:gd name="T52" fmla="*/ 699 w 1051"/>
              <a:gd name="T53" fmla="*/ 129 h 660"/>
              <a:gd name="T54" fmla="*/ 694 w 1051"/>
              <a:gd name="T55" fmla="*/ 185 h 660"/>
              <a:gd name="T56" fmla="*/ 742 w 1051"/>
              <a:gd name="T57" fmla="*/ 188 h 660"/>
              <a:gd name="T58" fmla="*/ 512 w 1051"/>
              <a:gd name="T59" fmla="*/ 432 h 660"/>
              <a:gd name="T60" fmla="*/ 0 w 1051"/>
              <a:gd name="T61" fmla="*/ 473 h 660"/>
              <a:gd name="T62" fmla="*/ 16 w 1051"/>
              <a:gd name="T63" fmla="*/ 520 h 660"/>
              <a:gd name="T64" fmla="*/ 82 w 1051"/>
              <a:gd name="T65" fmla="*/ 640 h 660"/>
              <a:gd name="T66" fmla="*/ 492 w 1051"/>
              <a:gd name="T67" fmla="*/ 635 h 660"/>
              <a:gd name="T68" fmla="*/ 574 w 1051"/>
              <a:gd name="T69" fmla="*/ 625 h 660"/>
              <a:gd name="T70" fmla="*/ 971 w 1051"/>
              <a:gd name="T71" fmla="*/ 369 h 660"/>
              <a:gd name="T72" fmla="*/ 769 w 1051"/>
              <a:gd name="T73" fmla="*/ 171 h 660"/>
              <a:gd name="T74" fmla="*/ 516 w 1051"/>
              <a:gd name="T75" fmla="*/ 491 h 660"/>
              <a:gd name="T76" fmla="*/ 300 w 1051"/>
              <a:gd name="T77" fmla="*/ 366 h 660"/>
              <a:gd name="T78" fmla="*/ 16 w 1051"/>
              <a:gd name="T79" fmla="*/ 520 h 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051" h="660">
                <a:moveTo>
                  <a:pt x="44" y="282"/>
                </a:moveTo>
                <a:cubicBezTo>
                  <a:pt x="57" y="282"/>
                  <a:pt x="68" y="282"/>
                  <a:pt x="79" y="281"/>
                </a:cubicBezTo>
                <a:cubicBezTo>
                  <a:pt x="89" y="282"/>
                  <a:pt x="96" y="280"/>
                  <a:pt x="102" y="274"/>
                </a:cubicBezTo>
                <a:cubicBezTo>
                  <a:pt x="106" y="267"/>
                  <a:pt x="109" y="259"/>
                  <a:pt x="111" y="248"/>
                </a:cubicBezTo>
                <a:cubicBezTo>
                  <a:pt x="103" y="239"/>
                  <a:pt x="96" y="228"/>
                  <a:pt x="92" y="215"/>
                </a:cubicBezTo>
                <a:cubicBezTo>
                  <a:pt x="87" y="212"/>
                  <a:pt x="83" y="208"/>
                  <a:pt x="81" y="202"/>
                </a:cubicBezTo>
                <a:cubicBezTo>
                  <a:pt x="78" y="196"/>
                  <a:pt x="77" y="187"/>
                  <a:pt x="77" y="177"/>
                </a:cubicBezTo>
                <a:lnTo>
                  <a:pt x="77" y="174"/>
                </a:lnTo>
                <a:lnTo>
                  <a:pt x="80" y="172"/>
                </a:lnTo>
                <a:cubicBezTo>
                  <a:pt x="80" y="172"/>
                  <a:pt x="81" y="172"/>
                  <a:pt x="81" y="171"/>
                </a:cubicBezTo>
                <a:cubicBezTo>
                  <a:pt x="75" y="129"/>
                  <a:pt x="80" y="110"/>
                  <a:pt x="99" y="95"/>
                </a:cubicBezTo>
                <a:cubicBezTo>
                  <a:pt x="127" y="71"/>
                  <a:pt x="182" y="71"/>
                  <a:pt x="211" y="92"/>
                </a:cubicBezTo>
                <a:cubicBezTo>
                  <a:pt x="230" y="107"/>
                  <a:pt x="238" y="132"/>
                  <a:pt x="232" y="170"/>
                </a:cubicBezTo>
                <a:cubicBezTo>
                  <a:pt x="233" y="171"/>
                  <a:pt x="234" y="172"/>
                  <a:pt x="235" y="172"/>
                </a:cubicBezTo>
                <a:lnTo>
                  <a:pt x="238" y="174"/>
                </a:lnTo>
                <a:lnTo>
                  <a:pt x="238" y="177"/>
                </a:lnTo>
                <a:cubicBezTo>
                  <a:pt x="238" y="187"/>
                  <a:pt x="237" y="195"/>
                  <a:pt x="234" y="202"/>
                </a:cubicBezTo>
                <a:cubicBezTo>
                  <a:pt x="232" y="207"/>
                  <a:pt x="229" y="212"/>
                  <a:pt x="224" y="214"/>
                </a:cubicBezTo>
                <a:cubicBezTo>
                  <a:pt x="220" y="227"/>
                  <a:pt x="214" y="237"/>
                  <a:pt x="206" y="246"/>
                </a:cubicBezTo>
                <a:cubicBezTo>
                  <a:pt x="208" y="260"/>
                  <a:pt x="212" y="270"/>
                  <a:pt x="219" y="277"/>
                </a:cubicBezTo>
                <a:cubicBezTo>
                  <a:pt x="224" y="280"/>
                  <a:pt x="231" y="280"/>
                  <a:pt x="240" y="280"/>
                </a:cubicBezTo>
                <a:cubicBezTo>
                  <a:pt x="250" y="280"/>
                  <a:pt x="260" y="280"/>
                  <a:pt x="272" y="280"/>
                </a:cubicBezTo>
                <a:cubicBezTo>
                  <a:pt x="276" y="284"/>
                  <a:pt x="281" y="291"/>
                  <a:pt x="285" y="300"/>
                </a:cubicBezTo>
                <a:cubicBezTo>
                  <a:pt x="288" y="276"/>
                  <a:pt x="292" y="256"/>
                  <a:pt x="298" y="249"/>
                </a:cubicBezTo>
                <a:cubicBezTo>
                  <a:pt x="302" y="240"/>
                  <a:pt x="356" y="237"/>
                  <a:pt x="364" y="237"/>
                </a:cubicBezTo>
                <a:cubicBezTo>
                  <a:pt x="366" y="228"/>
                  <a:pt x="369" y="220"/>
                  <a:pt x="370" y="211"/>
                </a:cubicBezTo>
                <a:cubicBezTo>
                  <a:pt x="358" y="203"/>
                  <a:pt x="349" y="191"/>
                  <a:pt x="344" y="178"/>
                </a:cubicBezTo>
                <a:cubicBezTo>
                  <a:pt x="338" y="177"/>
                  <a:pt x="323" y="178"/>
                  <a:pt x="318" y="177"/>
                </a:cubicBezTo>
                <a:cubicBezTo>
                  <a:pt x="310" y="132"/>
                  <a:pt x="321" y="65"/>
                  <a:pt x="339" y="50"/>
                </a:cubicBezTo>
                <a:cubicBezTo>
                  <a:pt x="367" y="28"/>
                  <a:pt x="434" y="27"/>
                  <a:pt x="462" y="47"/>
                </a:cubicBezTo>
                <a:cubicBezTo>
                  <a:pt x="482" y="62"/>
                  <a:pt x="495" y="134"/>
                  <a:pt x="488" y="175"/>
                </a:cubicBezTo>
                <a:cubicBezTo>
                  <a:pt x="485" y="177"/>
                  <a:pt x="465" y="176"/>
                  <a:pt x="461" y="178"/>
                </a:cubicBezTo>
                <a:cubicBezTo>
                  <a:pt x="455" y="191"/>
                  <a:pt x="446" y="202"/>
                  <a:pt x="433" y="211"/>
                </a:cubicBezTo>
                <a:cubicBezTo>
                  <a:pt x="436" y="224"/>
                  <a:pt x="438" y="229"/>
                  <a:pt x="442" y="237"/>
                </a:cubicBezTo>
                <a:cubicBezTo>
                  <a:pt x="450" y="237"/>
                  <a:pt x="504" y="240"/>
                  <a:pt x="508" y="249"/>
                </a:cubicBezTo>
                <a:cubicBezTo>
                  <a:pt x="509" y="251"/>
                  <a:pt x="510" y="253"/>
                  <a:pt x="512" y="256"/>
                </a:cubicBezTo>
                <a:cubicBezTo>
                  <a:pt x="518" y="225"/>
                  <a:pt x="526" y="199"/>
                  <a:pt x="537" y="189"/>
                </a:cubicBezTo>
                <a:cubicBezTo>
                  <a:pt x="548" y="189"/>
                  <a:pt x="559" y="189"/>
                  <a:pt x="568" y="189"/>
                </a:cubicBezTo>
                <a:cubicBezTo>
                  <a:pt x="577" y="190"/>
                  <a:pt x="584" y="188"/>
                  <a:pt x="589" y="182"/>
                </a:cubicBezTo>
                <a:cubicBezTo>
                  <a:pt x="593" y="176"/>
                  <a:pt x="596" y="169"/>
                  <a:pt x="598" y="159"/>
                </a:cubicBezTo>
                <a:cubicBezTo>
                  <a:pt x="590" y="151"/>
                  <a:pt x="584" y="141"/>
                  <a:pt x="580" y="129"/>
                </a:cubicBezTo>
                <a:cubicBezTo>
                  <a:pt x="576" y="127"/>
                  <a:pt x="572" y="123"/>
                  <a:pt x="570" y="118"/>
                </a:cubicBezTo>
                <a:cubicBezTo>
                  <a:pt x="568" y="112"/>
                  <a:pt x="567" y="104"/>
                  <a:pt x="567" y="95"/>
                </a:cubicBezTo>
                <a:lnTo>
                  <a:pt x="567" y="93"/>
                </a:lnTo>
                <a:lnTo>
                  <a:pt x="569" y="91"/>
                </a:lnTo>
                <a:cubicBezTo>
                  <a:pt x="570" y="91"/>
                  <a:pt x="570" y="90"/>
                  <a:pt x="571" y="90"/>
                </a:cubicBezTo>
                <a:cubicBezTo>
                  <a:pt x="565" y="52"/>
                  <a:pt x="570" y="35"/>
                  <a:pt x="586" y="21"/>
                </a:cubicBezTo>
                <a:cubicBezTo>
                  <a:pt x="612" y="0"/>
                  <a:pt x="661" y="0"/>
                  <a:pt x="687" y="19"/>
                </a:cubicBezTo>
                <a:cubicBezTo>
                  <a:pt x="705" y="32"/>
                  <a:pt x="711" y="55"/>
                  <a:pt x="706" y="89"/>
                </a:cubicBezTo>
                <a:cubicBezTo>
                  <a:pt x="707" y="90"/>
                  <a:pt x="708" y="90"/>
                  <a:pt x="709" y="91"/>
                </a:cubicBezTo>
                <a:lnTo>
                  <a:pt x="712" y="93"/>
                </a:lnTo>
                <a:lnTo>
                  <a:pt x="712" y="95"/>
                </a:lnTo>
                <a:cubicBezTo>
                  <a:pt x="712" y="104"/>
                  <a:pt x="711" y="112"/>
                  <a:pt x="708" y="117"/>
                </a:cubicBezTo>
                <a:cubicBezTo>
                  <a:pt x="706" y="123"/>
                  <a:pt x="703" y="126"/>
                  <a:pt x="699" y="129"/>
                </a:cubicBezTo>
                <a:cubicBezTo>
                  <a:pt x="695" y="140"/>
                  <a:pt x="690" y="150"/>
                  <a:pt x="683" y="157"/>
                </a:cubicBezTo>
                <a:cubicBezTo>
                  <a:pt x="685" y="169"/>
                  <a:pt x="688" y="179"/>
                  <a:pt x="694" y="185"/>
                </a:cubicBezTo>
                <a:cubicBezTo>
                  <a:pt x="699" y="188"/>
                  <a:pt x="706" y="188"/>
                  <a:pt x="713" y="188"/>
                </a:cubicBezTo>
                <a:cubicBezTo>
                  <a:pt x="722" y="188"/>
                  <a:pt x="732" y="188"/>
                  <a:pt x="742" y="188"/>
                </a:cubicBezTo>
                <a:cubicBezTo>
                  <a:pt x="747" y="192"/>
                  <a:pt x="752" y="202"/>
                  <a:pt x="756" y="215"/>
                </a:cubicBezTo>
                <a:lnTo>
                  <a:pt x="512" y="432"/>
                </a:lnTo>
                <a:lnTo>
                  <a:pt x="301" y="310"/>
                </a:lnTo>
                <a:lnTo>
                  <a:pt x="0" y="473"/>
                </a:lnTo>
                <a:cubicBezTo>
                  <a:pt x="1" y="427"/>
                  <a:pt x="10" y="312"/>
                  <a:pt x="44" y="282"/>
                </a:cubicBezTo>
                <a:close/>
                <a:moveTo>
                  <a:pt x="16" y="520"/>
                </a:moveTo>
                <a:lnTo>
                  <a:pt x="16" y="520"/>
                </a:lnTo>
                <a:lnTo>
                  <a:pt x="82" y="640"/>
                </a:lnTo>
                <a:lnTo>
                  <a:pt x="298" y="523"/>
                </a:lnTo>
                <a:lnTo>
                  <a:pt x="492" y="635"/>
                </a:lnTo>
                <a:lnTo>
                  <a:pt x="536" y="660"/>
                </a:lnTo>
                <a:lnTo>
                  <a:pt x="574" y="625"/>
                </a:lnTo>
                <a:lnTo>
                  <a:pt x="918" y="317"/>
                </a:lnTo>
                <a:lnTo>
                  <a:pt x="971" y="369"/>
                </a:lnTo>
                <a:lnTo>
                  <a:pt x="1051" y="96"/>
                </a:lnTo>
                <a:lnTo>
                  <a:pt x="769" y="171"/>
                </a:lnTo>
                <a:lnTo>
                  <a:pt x="820" y="221"/>
                </a:lnTo>
                <a:lnTo>
                  <a:pt x="516" y="491"/>
                </a:lnTo>
                <a:lnTo>
                  <a:pt x="333" y="386"/>
                </a:lnTo>
                <a:lnTo>
                  <a:pt x="300" y="366"/>
                </a:lnTo>
                <a:lnTo>
                  <a:pt x="266" y="385"/>
                </a:lnTo>
                <a:lnTo>
                  <a:pt x="16" y="520"/>
                </a:lnTo>
                <a:close/>
              </a:path>
            </a:pathLst>
          </a:custGeom>
          <a:solidFill>
            <a:srgbClr val="1A3F6C"/>
          </a:solidFill>
          <a:ln>
            <a:noFill/>
          </a:ln>
        </p:spPr>
        <p:txBody>
          <a:bodyPr vert="horz" wrap="square" lIns="91428" tIns="45714" rIns="91428" bIns="45714" numCol="1" anchor="t" anchorCtr="0" compatLnSpc="1"/>
          <a:lstStyle/>
          <a:p>
            <a:endParaRPr lang="zh-CN" altLang="en-US" dirty="0">
              <a:solidFill>
                <a:schemeClr val="bg1"/>
              </a:solidFill>
              <a:ea typeface="字魂59号-创粗黑" panose="00000500000000000000" charset="-122"/>
            </a:endParaRPr>
          </a:p>
        </p:txBody>
      </p:sp>
      <p:sp>
        <p:nvSpPr>
          <p:cNvPr id="62" name="Freeform 8"/>
          <p:cNvSpPr>
            <a:spLocks noEditPoints="1"/>
          </p:cNvSpPr>
          <p:nvPr/>
        </p:nvSpPr>
        <p:spPr bwMode="auto">
          <a:xfrm>
            <a:off x="4197210" y="4931045"/>
            <a:ext cx="661902" cy="661902"/>
          </a:xfrm>
          <a:custGeom>
            <a:avLst/>
            <a:gdLst>
              <a:gd name="T0" fmla="*/ 577 w 983"/>
              <a:gd name="T1" fmla="*/ 116 h 982"/>
              <a:gd name="T2" fmla="*/ 398 w 983"/>
              <a:gd name="T3" fmla="*/ 864 h 982"/>
              <a:gd name="T4" fmla="*/ 338 w 983"/>
              <a:gd name="T5" fmla="*/ 959 h 982"/>
              <a:gd name="T6" fmla="*/ 453 w 983"/>
              <a:gd name="T7" fmla="*/ 907 h 982"/>
              <a:gd name="T8" fmla="*/ 533 w 983"/>
              <a:gd name="T9" fmla="*/ 982 h 982"/>
              <a:gd name="T10" fmla="*/ 618 w 983"/>
              <a:gd name="T11" fmla="*/ 887 h 982"/>
              <a:gd name="T12" fmla="*/ 715 w 983"/>
              <a:gd name="T13" fmla="*/ 930 h 982"/>
              <a:gd name="T14" fmla="*/ 757 w 983"/>
              <a:gd name="T15" fmla="*/ 809 h 982"/>
              <a:gd name="T16" fmla="*/ 871 w 983"/>
              <a:gd name="T17" fmla="*/ 805 h 982"/>
              <a:gd name="T18" fmla="*/ 862 w 983"/>
              <a:gd name="T19" fmla="*/ 676 h 982"/>
              <a:gd name="T20" fmla="*/ 960 w 983"/>
              <a:gd name="T21" fmla="*/ 644 h 982"/>
              <a:gd name="T22" fmla="*/ 904 w 983"/>
              <a:gd name="T23" fmla="*/ 528 h 982"/>
              <a:gd name="T24" fmla="*/ 983 w 983"/>
              <a:gd name="T25" fmla="*/ 454 h 982"/>
              <a:gd name="T26" fmla="*/ 887 w 983"/>
              <a:gd name="T27" fmla="*/ 369 h 982"/>
              <a:gd name="T28" fmla="*/ 931 w 983"/>
              <a:gd name="T29" fmla="*/ 268 h 982"/>
              <a:gd name="T30" fmla="*/ 811 w 983"/>
              <a:gd name="T31" fmla="*/ 225 h 982"/>
              <a:gd name="T32" fmla="*/ 815 w 983"/>
              <a:gd name="T33" fmla="*/ 119 h 982"/>
              <a:gd name="T34" fmla="*/ 689 w 983"/>
              <a:gd name="T35" fmla="*/ 124 h 982"/>
              <a:gd name="T36" fmla="*/ 644 w 983"/>
              <a:gd name="T37" fmla="*/ 22 h 982"/>
              <a:gd name="T38" fmla="*/ 531 w 983"/>
              <a:gd name="T39" fmla="*/ 74 h 982"/>
              <a:gd name="T40" fmla="*/ 450 w 983"/>
              <a:gd name="T41" fmla="*/ 0 h 982"/>
              <a:gd name="T42" fmla="*/ 366 w 983"/>
              <a:gd name="T43" fmla="*/ 90 h 982"/>
              <a:gd name="T44" fmla="*/ 268 w 983"/>
              <a:gd name="T45" fmla="*/ 51 h 982"/>
              <a:gd name="T46" fmla="*/ 224 w 983"/>
              <a:gd name="T47" fmla="*/ 165 h 982"/>
              <a:gd name="T48" fmla="*/ 111 w 983"/>
              <a:gd name="T49" fmla="*/ 177 h 982"/>
              <a:gd name="T50" fmla="*/ 116 w 983"/>
              <a:gd name="T51" fmla="*/ 299 h 982"/>
              <a:gd name="T52" fmla="*/ 23 w 983"/>
              <a:gd name="T53" fmla="*/ 338 h 982"/>
              <a:gd name="T54" fmla="*/ 71 w 983"/>
              <a:gd name="T55" fmla="*/ 450 h 982"/>
              <a:gd name="T56" fmla="*/ 0 w 983"/>
              <a:gd name="T57" fmla="*/ 527 h 982"/>
              <a:gd name="T58" fmla="*/ 88 w 983"/>
              <a:gd name="T59" fmla="*/ 612 h 982"/>
              <a:gd name="T60" fmla="*/ 52 w 983"/>
              <a:gd name="T61" fmla="*/ 714 h 982"/>
              <a:gd name="T62" fmla="*/ 167 w 983"/>
              <a:gd name="T63" fmla="*/ 758 h 982"/>
              <a:gd name="T64" fmla="*/ 168 w 983"/>
              <a:gd name="T65" fmla="*/ 862 h 982"/>
              <a:gd name="T66" fmla="*/ 292 w 983"/>
              <a:gd name="T67" fmla="*/ 859 h 982"/>
              <a:gd name="T68" fmla="*/ 338 w 983"/>
              <a:gd name="T69" fmla="*/ 959 h 982"/>
              <a:gd name="T70" fmla="*/ 491 w 983"/>
              <a:gd name="T71" fmla="*/ 595 h 982"/>
              <a:gd name="T72" fmla="*/ 759 w 983"/>
              <a:gd name="T73" fmla="*/ 582 h 982"/>
              <a:gd name="T74" fmla="*/ 480 w 983"/>
              <a:gd name="T75" fmla="*/ 810 h 982"/>
              <a:gd name="T76" fmla="*/ 350 w 983"/>
              <a:gd name="T77" fmla="*/ 779 h 982"/>
              <a:gd name="T78" fmla="*/ 212 w 983"/>
              <a:gd name="T79" fmla="*/ 451 h 982"/>
              <a:gd name="T80" fmla="*/ 436 w 983"/>
              <a:gd name="T81" fmla="*/ 582 h 982"/>
              <a:gd name="T82" fmla="*/ 350 w 983"/>
              <a:gd name="T83" fmla="*/ 779 h 982"/>
              <a:gd name="T84" fmla="*/ 551 w 983"/>
              <a:gd name="T85" fmla="*/ 505 h 982"/>
              <a:gd name="T86" fmla="*/ 424 w 983"/>
              <a:gd name="T87" fmla="*/ 475 h 982"/>
              <a:gd name="T88" fmla="*/ 222 w 983"/>
              <a:gd name="T89" fmla="*/ 396 h 982"/>
              <a:gd name="T90" fmla="*/ 499 w 983"/>
              <a:gd name="T91" fmla="*/ 170 h 982"/>
              <a:gd name="T92" fmla="*/ 483 w 983"/>
              <a:gd name="T93" fmla="*/ 385 h 982"/>
              <a:gd name="T94" fmla="*/ 222 w 983"/>
              <a:gd name="T95" fmla="*/ 396 h 982"/>
              <a:gd name="T96" fmla="*/ 808 w 983"/>
              <a:gd name="T97" fmla="*/ 503 h 982"/>
              <a:gd name="T98" fmla="*/ 592 w 983"/>
              <a:gd name="T99" fmla="*/ 484 h 982"/>
              <a:gd name="T100" fmla="*/ 581 w 983"/>
              <a:gd name="T101" fmla="*/ 221 h 982"/>
              <a:gd name="T102" fmla="*/ 841 w 983"/>
              <a:gd name="T103" fmla="*/ 574 h 982"/>
              <a:gd name="T104" fmla="*/ 134 w 983"/>
              <a:gd name="T105" fmla="*/ 406 h 982"/>
              <a:gd name="T106" fmla="*/ 841 w 983"/>
              <a:gd name="T107" fmla="*/ 574 h 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83" h="982">
                <a:moveTo>
                  <a:pt x="113" y="401"/>
                </a:moveTo>
                <a:cubicBezTo>
                  <a:pt x="163" y="194"/>
                  <a:pt x="370" y="67"/>
                  <a:pt x="577" y="116"/>
                </a:cubicBezTo>
                <a:cubicBezTo>
                  <a:pt x="783" y="165"/>
                  <a:pt x="911" y="373"/>
                  <a:pt x="861" y="579"/>
                </a:cubicBezTo>
                <a:cubicBezTo>
                  <a:pt x="812" y="786"/>
                  <a:pt x="605" y="913"/>
                  <a:pt x="398" y="864"/>
                </a:cubicBezTo>
                <a:cubicBezTo>
                  <a:pt x="191" y="815"/>
                  <a:pt x="64" y="607"/>
                  <a:pt x="113" y="401"/>
                </a:cubicBezTo>
                <a:close/>
                <a:moveTo>
                  <a:pt x="338" y="959"/>
                </a:moveTo>
                <a:lnTo>
                  <a:pt x="414" y="978"/>
                </a:lnTo>
                <a:lnTo>
                  <a:pt x="453" y="907"/>
                </a:lnTo>
                <a:cubicBezTo>
                  <a:pt x="469" y="908"/>
                  <a:pt x="485" y="908"/>
                  <a:pt x="501" y="908"/>
                </a:cubicBezTo>
                <a:lnTo>
                  <a:pt x="533" y="982"/>
                </a:lnTo>
                <a:lnTo>
                  <a:pt x="610" y="969"/>
                </a:lnTo>
                <a:lnTo>
                  <a:pt x="618" y="887"/>
                </a:lnTo>
                <a:cubicBezTo>
                  <a:pt x="631" y="883"/>
                  <a:pt x="643" y="878"/>
                  <a:pt x="656" y="872"/>
                </a:cubicBezTo>
                <a:lnTo>
                  <a:pt x="715" y="930"/>
                </a:lnTo>
                <a:lnTo>
                  <a:pt x="781" y="890"/>
                </a:lnTo>
                <a:lnTo>
                  <a:pt x="757" y="809"/>
                </a:lnTo>
                <a:cubicBezTo>
                  <a:pt x="770" y="799"/>
                  <a:pt x="782" y="787"/>
                  <a:pt x="794" y="775"/>
                </a:cubicBezTo>
                <a:lnTo>
                  <a:pt x="871" y="805"/>
                </a:lnTo>
                <a:lnTo>
                  <a:pt x="916" y="741"/>
                </a:lnTo>
                <a:lnTo>
                  <a:pt x="862" y="676"/>
                </a:lnTo>
                <a:cubicBezTo>
                  <a:pt x="867" y="666"/>
                  <a:pt x="872" y="655"/>
                  <a:pt x="876" y="644"/>
                </a:cubicBezTo>
                <a:lnTo>
                  <a:pt x="960" y="644"/>
                </a:lnTo>
                <a:lnTo>
                  <a:pt x="978" y="568"/>
                </a:lnTo>
                <a:lnTo>
                  <a:pt x="904" y="528"/>
                </a:lnTo>
                <a:cubicBezTo>
                  <a:pt x="905" y="514"/>
                  <a:pt x="906" y="500"/>
                  <a:pt x="905" y="487"/>
                </a:cubicBezTo>
                <a:lnTo>
                  <a:pt x="983" y="454"/>
                </a:lnTo>
                <a:lnTo>
                  <a:pt x="971" y="377"/>
                </a:lnTo>
                <a:lnTo>
                  <a:pt x="887" y="369"/>
                </a:lnTo>
                <a:cubicBezTo>
                  <a:pt x="883" y="354"/>
                  <a:pt x="878" y="341"/>
                  <a:pt x="872" y="327"/>
                </a:cubicBezTo>
                <a:lnTo>
                  <a:pt x="931" y="268"/>
                </a:lnTo>
                <a:lnTo>
                  <a:pt x="890" y="201"/>
                </a:lnTo>
                <a:lnTo>
                  <a:pt x="811" y="225"/>
                </a:lnTo>
                <a:cubicBezTo>
                  <a:pt x="802" y="215"/>
                  <a:pt x="793" y="205"/>
                  <a:pt x="784" y="195"/>
                </a:cubicBezTo>
                <a:lnTo>
                  <a:pt x="815" y="119"/>
                </a:lnTo>
                <a:lnTo>
                  <a:pt x="753" y="73"/>
                </a:lnTo>
                <a:lnTo>
                  <a:pt x="689" y="124"/>
                </a:lnTo>
                <a:cubicBezTo>
                  <a:pt x="675" y="116"/>
                  <a:pt x="660" y="109"/>
                  <a:pt x="645" y="103"/>
                </a:cubicBezTo>
                <a:lnTo>
                  <a:pt x="644" y="22"/>
                </a:lnTo>
                <a:lnTo>
                  <a:pt x="568" y="4"/>
                </a:lnTo>
                <a:lnTo>
                  <a:pt x="531" y="74"/>
                </a:lnTo>
                <a:cubicBezTo>
                  <a:pt x="514" y="72"/>
                  <a:pt x="497" y="72"/>
                  <a:pt x="481" y="72"/>
                </a:cubicBezTo>
                <a:lnTo>
                  <a:pt x="450" y="0"/>
                </a:lnTo>
                <a:lnTo>
                  <a:pt x="373" y="13"/>
                </a:lnTo>
                <a:lnTo>
                  <a:pt x="366" y="90"/>
                </a:lnTo>
                <a:cubicBezTo>
                  <a:pt x="351" y="94"/>
                  <a:pt x="337" y="100"/>
                  <a:pt x="323" y="106"/>
                </a:cubicBezTo>
                <a:lnTo>
                  <a:pt x="268" y="51"/>
                </a:lnTo>
                <a:lnTo>
                  <a:pt x="202" y="92"/>
                </a:lnTo>
                <a:lnTo>
                  <a:pt x="224" y="165"/>
                </a:lnTo>
                <a:cubicBezTo>
                  <a:pt x="209" y="177"/>
                  <a:pt x="195" y="190"/>
                  <a:pt x="182" y="205"/>
                </a:cubicBezTo>
                <a:lnTo>
                  <a:pt x="111" y="177"/>
                </a:lnTo>
                <a:lnTo>
                  <a:pt x="67" y="241"/>
                </a:lnTo>
                <a:lnTo>
                  <a:pt x="116" y="299"/>
                </a:lnTo>
                <a:cubicBezTo>
                  <a:pt x="109" y="311"/>
                  <a:pt x="103" y="324"/>
                  <a:pt x="98" y="338"/>
                </a:cubicBezTo>
                <a:lnTo>
                  <a:pt x="23" y="338"/>
                </a:lnTo>
                <a:lnTo>
                  <a:pt x="5" y="414"/>
                </a:lnTo>
                <a:lnTo>
                  <a:pt x="71" y="450"/>
                </a:lnTo>
                <a:cubicBezTo>
                  <a:pt x="70" y="466"/>
                  <a:pt x="69" y="482"/>
                  <a:pt x="69" y="499"/>
                </a:cubicBezTo>
                <a:lnTo>
                  <a:pt x="0" y="527"/>
                </a:lnTo>
                <a:lnTo>
                  <a:pt x="12" y="605"/>
                </a:lnTo>
                <a:lnTo>
                  <a:pt x="88" y="612"/>
                </a:lnTo>
                <a:cubicBezTo>
                  <a:pt x="93" y="629"/>
                  <a:pt x="99" y="644"/>
                  <a:pt x="106" y="660"/>
                </a:cubicBezTo>
                <a:lnTo>
                  <a:pt x="52" y="714"/>
                </a:lnTo>
                <a:lnTo>
                  <a:pt x="93" y="781"/>
                </a:lnTo>
                <a:lnTo>
                  <a:pt x="167" y="758"/>
                </a:lnTo>
                <a:cubicBezTo>
                  <a:pt x="176" y="770"/>
                  <a:pt x="187" y="781"/>
                  <a:pt x="197" y="791"/>
                </a:cubicBezTo>
                <a:lnTo>
                  <a:pt x="168" y="862"/>
                </a:lnTo>
                <a:lnTo>
                  <a:pt x="230" y="909"/>
                </a:lnTo>
                <a:lnTo>
                  <a:pt x="292" y="859"/>
                </a:lnTo>
                <a:cubicBezTo>
                  <a:pt x="307" y="867"/>
                  <a:pt x="322" y="874"/>
                  <a:pt x="338" y="880"/>
                </a:cubicBezTo>
                <a:lnTo>
                  <a:pt x="338" y="959"/>
                </a:lnTo>
                <a:close/>
                <a:moveTo>
                  <a:pt x="450" y="768"/>
                </a:moveTo>
                <a:cubicBezTo>
                  <a:pt x="456" y="744"/>
                  <a:pt x="491" y="595"/>
                  <a:pt x="491" y="595"/>
                </a:cubicBezTo>
                <a:cubicBezTo>
                  <a:pt x="529" y="593"/>
                  <a:pt x="562" y="572"/>
                  <a:pt x="580" y="539"/>
                </a:cubicBezTo>
                <a:cubicBezTo>
                  <a:pt x="580" y="539"/>
                  <a:pt x="734" y="576"/>
                  <a:pt x="759" y="582"/>
                </a:cubicBezTo>
                <a:cubicBezTo>
                  <a:pt x="785" y="588"/>
                  <a:pt x="787" y="604"/>
                  <a:pt x="779" y="622"/>
                </a:cubicBezTo>
                <a:cubicBezTo>
                  <a:pt x="727" y="739"/>
                  <a:pt x="608" y="813"/>
                  <a:pt x="480" y="810"/>
                </a:cubicBezTo>
                <a:cubicBezTo>
                  <a:pt x="454" y="810"/>
                  <a:pt x="444" y="791"/>
                  <a:pt x="450" y="768"/>
                </a:cubicBezTo>
                <a:close/>
                <a:moveTo>
                  <a:pt x="350" y="779"/>
                </a:moveTo>
                <a:cubicBezTo>
                  <a:pt x="237" y="726"/>
                  <a:pt x="166" y="611"/>
                  <a:pt x="167" y="487"/>
                </a:cubicBezTo>
                <a:cubicBezTo>
                  <a:pt x="167" y="459"/>
                  <a:pt x="185" y="445"/>
                  <a:pt x="212" y="451"/>
                </a:cubicBezTo>
                <a:cubicBezTo>
                  <a:pt x="239" y="458"/>
                  <a:pt x="383" y="492"/>
                  <a:pt x="383" y="492"/>
                </a:cubicBezTo>
                <a:cubicBezTo>
                  <a:pt x="383" y="529"/>
                  <a:pt x="404" y="564"/>
                  <a:pt x="436" y="582"/>
                </a:cubicBezTo>
                <a:cubicBezTo>
                  <a:pt x="436" y="582"/>
                  <a:pt x="406" y="708"/>
                  <a:pt x="397" y="747"/>
                </a:cubicBezTo>
                <a:cubicBezTo>
                  <a:pt x="387" y="787"/>
                  <a:pt x="371" y="787"/>
                  <a:pt x="350" y="779"/>
                </a:cubicBezTo>
                <a:close/>
                <a:moveTo>
                  <a:pt x="503" y="426"/>
                </a:moveTo>
                <a:cubicBezTo>
                  <a:pt x="538" y="435"/>
                  <a:pt x="559" y="470"/>
                  <a:pt x="551" y="505"/>
                </a:cubicBezTo>
                <a:cubicBezTo>
                  <a:pt x="543" y="540"/>
                  <a:pt x="507" y="562"/>
                  <a:pt x="472" y="554"/>
                </a:cubicBezTo>
                <a:cubicBezTo>
                  <a:pt x="437" y="545"/>
                  <a:pt x="415" y="510"/>
                  <a:pt x="424" y="475"/>
                </a:cubicBezTo>
                <a:cubicBezTo>
                  <a:pt x="432" y="440"/>
                  <a:pt x="467" y="418"/>
                  <a:pt x="503" y="426"/>
                </a:cubicBezTo>
                <a:close/>
                <a:moveTo>
                  <a:pt x="222" y="396"/>
                </a:moveTo>
                <a:cubicBezTo>
                  <a:pt x="195" y="389"/>
                  <a:pt x="191" y="365"/>
                  <a:pt x="200" y="348"/>
                </a:cubicBezTo>
                <a:cubicBezTo>
                  <a:pt x="256" y="235"/>
                  <a:pt x="373" y="165"/>
                  <a:pt x="499" y="170"/>
                </a:cubicBezTo>
                <a:cubicBezTo>
                  <a:pt x="520" y="170"/>
                  <a:pt x="531" y="186"/>
                  <a:pt x="525" y="210"/>
                </a:cubicBezTo>
                <a:cubicBezTo>
                  <a:pt x="520" y="233"/>
                  <a:pt x="483" y="385"/>
                  <a:pt x="483" y="385"/>
                </a:cubicBezTo>
                <a:cubicBezTo>
                  <a:pt x="447" y="386"/>
                  <a:pt x="414" y="406"/>
                  <a:pt x="397" y="437"/>
                </a:cubicBezTo>
                <a:cubicBezTo>
                  <a:pt x="397" y="437"/>
                  <a:pt x="248" y="402"/>
                  <a:pt x="222" y="396"/>
                </a:cubicBezTo>
                <a:close/>
                <a:moveTo>
                  <a:pt x="628" y="202"/>
                </a:moveTo>
                <a:cubicBezTo>
                  <a:pt x="741" y="257"/>
                  <a:pt x="813" y="376"/>
                  <a:pt x="808" y="503"/>
                </a:cubicBezTo>
                <a:cubicBezTo>
                  <a:pt x="806" y="518"/>
                  <a:pt x="795" y="533"/>
                  <a:pt x="773" y="527"/>
                </a:cubicBezTo>
                <a:cubicBezTo>
                  <a:pt x="751" y="522"/>
                  <a:pt x="592" y="484"/>
                  <a:pt x="592" y="484"/>
                </a:cubicBezTo>
                <a:cubicBezTo>
                  <a:pt x="590" y="448"/>
                  <a:pt x="570" y="416"/>
                  <a:pt x="538" y="398"/>
                </a:cubicBezTo>
                <a:cubicBezTo>
                  <a:pt x="538" y="398"/>
                  <a:pt x="574" y="249"/>
                  <a:pt x="581" y="221"/>
                </a:cubicBezTo>
                <a:cubicBezTo>
                  <a:pt x="588" y="192"/>
                  <a:pt x="605" y="192"/>
                  <a:pt x="628" y="202"/>
                </a:cubicBezTo>
                <a:close/>
                <a:moveTo>
                  <a:pt x="841" y="574"/>
                </a:moveTo>
                <a:cubicBezTo>
                  <a:pt x="887" y="379"/>
                  <a:pt x="767" y="183"/>
                  <a:pt x="572" y="137"/>
                </a:cubicBezTo>
                <a:cubicBezTo>
                  <a:pt x="377" y="90"/>
                  <a:pt x="181" y="210"/>
                  <a:pt x="134" y="406"/>
                </a:cubicBezTo>
                <a:cubicBezTo>
                  <a:pt x="88" y="601"/>
                  <a:pt x="208" y="796"/>
                  <a:pt x="403" y="843"/>
                </a:cubicBezTo>
                <a:cubicBezTo>
                  <a:pt x="598" y="890"/>
                  <a:pt x="794" y="769"/>
                  <a:pt x="841" y="574"/>
                </a:cubicBezTo>
                <a:close/>
              </a:path>
            </a:pathLst>
          </a:custGeom>
          <a:solidFill>
            <a:srgbClr val="1A3F6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Lifeline JL" panose="00000400000000000000" pitchFamily="2" charset="0"/>
              <a:ea typeface="字魂59号-创粗黑" panose="00000500000000000000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2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3" dur="2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5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2" grpId="0" animBg="1"/>
      <p:bldP spid="52" grpId="1" animBg="1"/>
      <p:bldP spid="53" grpId="0" animBg="1"/>
      <p:bldP spid="53" grpId="1" animBg="1"/>
      <p:bldP spid="54" grpId="0" animBg="1"/>
      <p:bldP spid="55" grpId="0" animBg="1"/>
      <p:bldP spid="57" grpId="0" animBg="1"/>
      <p:bldP spid="58" grpId="0"/>
      <p:bldP spid="59" grpId="0"/>
      <p:bldP spid="60" grpId="0" animBg="1"/>
      <p:bldP spid="61" grpId="0" animBg="1"/>
      <p:bldP spid="6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1"/>
            </p:custDataLst>
          </p:nvPr>
        </p:nvSpPr>
        <p:spPr>
          <a:xfrm>
            <a:off x="6772755" y="1272737"/>
            <a:ext cx="40556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课题研究目标</a:t>
            </a:r>
            <a:endParaRPr lang="zh-CN" altLang="en-US" sz="66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PA_文本框 4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2"/>
            </p:custDataLst>
          </p:nvPr>
        </p:nvSpPr>
        <p:spPr>
          <a:xfrm>
            <a:off x="6096000" y="3211729"/>
            <a:ext cx="5479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pc="120">
                <a:solidFill>
                  <a:srgbClr val="2A3A4A"/>
                </a:solidFill>
                <a:latin typeface="Tw Cen MT" panose="020B0602020104020603" pitchFamily="34" charset="0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 err="1">
                <a:latin typeface="字魂59号-创粗黑" panose="00000500000000000000" charset="-122"/>
                <a:ea typeface="字魂59号-创粗黑" panose="00000500000000000000" charset="-122"/>
              </a:rPr>
              <a:t>Ke</a:t>
            </a:r>
            <a:r>
              <a:rPr lang="en-US" altLang="zh-CN" dirty="0">
                <a:latin typeface="字魂59号-创粗黑" panose="00000500000000000000" charset="-122"/>
                <a:ea typeface="字魂59号-创粗黑" panose="00000500000000000000" charset="-122"/>
              </a:rPr>
              <a:t> </a:t>
            </a:r>
            <a:r>
              <a:rPr lang="en-US" altLang="zh-CN" dirty="0" err="1">
                <a:latin typeface="字魂59号-创粗黑" panose="00000500000000000000" charset="-122"/>
                <a:ea typeface="字魂59号-创粗黑" panose="00000500000000000000" charset="-122"/>
              </a:rPr>
              <a:t>Ti</a:t>
            </a:r>
            <a:r>
              <a:rPr lang="en-US" altLang="zh-CN" dirty="0">
                <a:latin typeface="字魂59号-创粗黑" panose="00000500000000000000" charset="-122"/>
                <a:ea typeface="字魂59号-创粗黑" panose="00000500000000000000" charset="-122"/>
              </a:rPr>
              <a:t> Li Yan Jiu Mu Biao</a:t>
            </a:r>
            <a:endParaRPr lang="en-US" altLang="zh-CN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773692" y="174427"/>
            <a:ext cx="542759" cy="1163339"/>
            <a:chOff x="6399701" y="177188"/>
            <a:chExt cx="542759" cy="1163339"/>
          </a:xfrm>
          <a:solidFill>
            <a:srgbClr val="1A3F6C"/>
          </a:solidFill>
        </p:grpSpPr>
        <p:sp>
          <p:nvSpPr>
            <p:cNvPr id="5" name="直角三角形 4"/>
            <p:cNvSpPr/>
            <p:nvPr/>
          </p:nvSpPr>
          <p:spPr>
            <a:xfrm>
              <a:off x="6883579" y="177188"/>
              <a:ext cx="58881" cy="62429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6" name="五边形 8"/>
            <p:cNvSpPr/>
            <p:nvPr/>
          </p:nvSpPr>
          <p:spPr>
            <a:xfrm rot="5400000">
              <a:off x="6063639" y="516004"/>
              <a:ext cx="1160585" cy="488462"/>
            </a:xfrm>
            <a:prstGeom prst="homePlate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2526617" y="234944"/>
            <a:ext cx="1506106" cy="63824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5400" dirty="0">
              <a:latin typeface="Eras Bold ITC" panose="020B0907030504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35241" y="1337767"/>
            <a:ext cx="1088857" cy="431105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8000" dirty="0">
                <a:latin typeface="字魂59号-创粗黑" panose="00000500000000000000" charset="-122"/>
                <a:ea typeface="字魂59号-创粗黑" panose="00000500000000000000" charset="-122"/>
              </a:rPr>
              <a:t>第三部分</a:t>
            </a:r>
            <a:endParaRPr lang="zh-CN" altLang="en-US" sz="80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974114" y="4277865"/>
            <a:ext cx="3854316" cy="428171"/>
            <a:chOff x="6974114" y="4209143"/>
            <a:chExt cx="3854316" cy="428171"/>
          </a:xfrm>
        </p:grpSpPr>
        <p:sp>
          <p:nvSpPr>
            <p:cNvPr id="10" name="矩形: 圆角 9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研究期望目标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974114" y="4793122"/>
            <a:ext cx="3854316" cy="428171"/>
            <a:chOff x="6974114" y="4209143"/>
            <a:chExt cx="3854316" cy="428171"/>
          </a:xfrm>
        </p:grpSpPr>
        <p:sp>
          <p:nvSpPr>
            <p:cNvPr id="14" name="矩形: 圆角 13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成果体系形成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974114" y="5304698"/>
            <a:ext cx="3854316" cy="428171"/>
            <a:chOff x="6974114" y="4209143"/>
            <a:chExt cx="3854316" cy="428171"/>
          </a:xfrm>
        </p:grpSpPr>
        <p:sp>
          <p:nvSpPr>
            <p:cNvPr id="17" name="矩形: 圆角 16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应用前景调查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2927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研究期望目标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68488" y="919539"/>
            <a:ext cx="2927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Yan Jiu Qi Wang Mu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</a:t>
            </a: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B</a:t>
            </a:r>
            <a:r>
              <a:rPr kumimoji="0" lang="en-US" altLang="zh-CN" sz="1800" b="0" i="0" u="none" strike="noStrike" kern="1200" cap="none" spc="120" normalizeH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iao</a:t>
            </a:r>
            <a:endParaRPr kumimoji="0" lang="zh-CN" altLang="en-US" sz="1800" b="0" i="0" u="none" strike="noStrike" kern="1200" cap="none" spc="120" normalizeH="0" baseline="0" noProof="0" dirty="0">
              <a:ln>
                <a:noFill/>
              </a:ln>
              <a:solidFill>
                <a:srgbClr val="2A3A4A"/>
              </a:solidFill>
              <a:effectLst/>
              <a:uLnTx/>
              <a:uFillTx/>
              <a:latin typeface="字魂59号-创粗黑" panose="00000500000000000000" charset="-122"/>
              <a:ea typeface="字魂59号-创粗黑" panose="00000500000000000000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39182" y="1792672"/>
            <a:ext cx="9334752" cy="3716345"/>
            <a:chOff x="1428624" y="2286053"/>
            <a:chExt cx="9334752" cy="3716345"/>
          </a:xfrm>
          <a:solidFill>
            <a:schemeClr val="bg2">
              <a:lumMod val="90000"/>
            </a:schemeClr>
          </a:solidFill>
        </p:grpSpPr>
        <p:sp>
          <p:nvSpPr>
            <p:cNvPr id="5" name="圆角矩形 8"/>
            <p:cNvSpPr/>
            <p:nvPr/>
          </p:nvSpPr>
          <p:spPr>
            <a:xfrm>
              <a:off x="4546368" y="3357204"/>
              <a:ext cx="3120384" cy="1530492"/>
            </a:xfrm>
            <a:prstGeom prst="roundRect">
              <a:avLst>
                <a:gd name="adj" fmla="val 10131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2135" kern="0">
                <a:solidFill>
                  <a:srgbClr val="D00022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6" name="圆角矩形 9"/>
            <p:cNvSpPr/>
            <p:nvPr/>
          </p:nvSpPr>
          <p:spPr>
            <a:xfrm>
              <a:off x="1428624" y="2286053"/>
              <a:ext cx="3978357" cy="1530493"/>
            </a:xfrm>
            <a:prstGeom prst="roundRect">
              <a:avLst>
                <a:gd name="adj" fmla="val 10131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2135" kern="0">
                <a:solidFill>
                  <a:sysClr val="window" lastClr="FFFFFF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7" name="圆角矩形 10"/>
            <p:cNvSpPr/>
            <p:nvPr/>
          </p:nvSpPr>
          <p:spPr>
            <a:xfrm>
              <a:off x="6785020" y="2286053"/>
              <a:ext cx="3978356" cy="1530493"/>
            </a:xfrm>
            <a:prstGeom prst="roundRect">
              <a:avLst>
                <a:gd name="adj" fmla="val 10131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2135" kern="0">
                <a:solidFill>
                  <a:sysClr val="window" lastClr="FFFFFF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8" name="圆角矩形 11"/>
            <p:cNvSpPr/>
            <p:nvPr/>
          </p:nvSpPr>
          <p:spPr>
            <a:xfrm>
              <a:off x="1428624" y="4471905"/>
              <a:ext cx="3978357" cy="1530493"/>
            </a:xfrm>
            <a:prstGeom prst="roundRect">
              <a:avLst>
                <a:gd name="adj" fmla="val 10131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2135" kern="0">
                <a:solidFill>
                  <a:sysClr val="window" lastClr="FFFFFF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9" name="圆角矩形 12"/>
            <p:cNvSpPr/>
            <p:nvPr/>
          </p:nvSpPr>
          <p:spPr>
            <a:xfrm>
              <a:off x="6737502" y="4471904"/>
              <a:ext cx="3978356" cy="1530493"/>
            </a:xfrm>
            <a:prstGeom prst="roundRect">
              <a:avLst>
                <a:gd name="adj" fmla="val 10131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2135" kern="0">
                <a:solidFill>
                  <a:sysClr val="window" lastClr="FFFFFF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cxnSp>
        <p:nvCxnSpPr>
          <p:cNvPr id="10" name="直接连接符 9"/>
          <p:cNvCxnSpPr/>
          <p:nvPr/>
        </p:nvCxnSpPr>
        <p:spPr>
          <a:xfrm>
            <a:off x="1528940" y="3629067"/>
            <a:ext cx="9147317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136009" y="1654077"/>
            <a:ext cx="0" cy="3854941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5"/>
          <p:cNvSpPr/>
          <p:nvPr/>
        </p:nvSpPr>
        <p:spPr>
          <a:xfrm>
            <a:off x="5026833" y="3121214"/>
            <a:ext cx="2138334" cy="1049368"/>
          </a:xfrm>
          <a:prstGeom prst="roundRect">
            <a:avLst>
              <a:gd name="adj" fmla="val 10131"/>
            </a:avLst>
          </a:prstGeom>
          <a:solidFill>
            <a:schemeClr val="bg2">
              <a:lumMod val="9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3200" b="1" kern="0" dirty="0">
                <a:ln w="18415" cmpd="sng">
                  <a:noFill/>
                  <a:prstDash val="solid"/>
                </a:ln>
                <a:solidFill>
                  <a:srgbClr val="004E94"/>
                </a:solidFill>
                <a:latin typeface="字魂59号-创粗黑" panose="00000500000000000000" charset="-122"/>
                <a:ea typeface="字魂59号-创粗黑" panose="00000500000000000000" charset="-122"/>
                <a:cs typeface="Times New Roman" panose="02020603050405020304" pitchFamily="18" charset="0"/>
              </a:rPr>
              <a:t>期望目标</a:t>
            </a:r>
            <a:endParaRPr lang="en-US" sz="3200" b="1" kern="0" dirty="0">
              <a:ln w="18415" cmpd="sng">
                <a:noFill/>
                <a:prstDash val="solid"/>
              </a:ln>
              <a:solidFill>
                <a:srgbClr val="004E94"/>
              </a:solidFill>
              <a:latin typeface="字魂59号-创粗黑" panose="00000500000000000000" charset="-122"/>
              <a:ea typeface="字魂59号-创粗黑" panose="00000500000000000000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536863" y="1640219"/>
            <a:ext cx="3627245" cy="1453275"/>
            <a:chOff x="1526305" y="2133600"/>
            <a:chExt cx="3627245" cy="1453275"/>
          </a:xfrm>
        </p:grpSpPr>
        <p:sp>
          <p:nvSpPr>
            <p:cNvPr id="14" name="圆角矩形 17"/>
            <p:cNvSpPr/>
            <p:nvPr/>
          </p:nvSpPr>
          <p:spPr>
            <a:xfrm>
              <a:off x="1684697" y="2133600"/>
              <a:ext cx="3468853" cy="1453275"/>
            </a:xfrm>
            <a:prstGeom prst="roundRect">
              <a:avLst>
                <a:gd name="adj" fmla="val 10131"/>
              </a:avLst>
            </a:prstGeom>
            <a:solidFill>
              <a:srgbClr val="1A3F6C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96000" tIns="336000" rIns="96000" bIns="0" anchor="ctr"/>
            <a:lstStyle/>
            <a:p>
              <a:pPr algn="just"/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sym typeface="字魂59号-创粗黑" panose="00000500000000000000" charset="-122"/>
              </a:endParaRPr>
            </a:p>
          </p:txBody>
        </p:sp>
        <p:sp>
          <p:nvSpPr>
            <p:cNvPr id="15" name="KSO_GN1"/>
            <p:cNvSpPr txBox="1">
              <a:spLocks noChangeArrowheads="1"/>
            </p:cNvSpPr>
            <p:nvPr/>
          </p:nvSpPr>
          <p:spPr bwMode="auto">
            <a:xfrm flipH="1">
              <a:off x="1526305" y="2215170"/>
              <a:ext cx="1000529" cy="411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CN" sz="3600" b="1" dirty="0">
                  <a:solidFill>
                    <a:srgbClr val="FFFFFF"/>
                  </a:solidFill>
                  <a:latin typeface="字魂59号-创粗黑" panose="00000500000000000000" charset="-122"/>
                  <a:ea typeface="字魂59号-创粗黑" panose="00000500000000000000" charset="-122"/>
                  <a:cs typeface="Times New Roman" panose="02020603050405020304" pitchFamily="18" charset="0"/>
                </a:rPr>
                <a:t>01</a:t>
              </a:r>
              <a:endParaRPr lang="zh-CN" altLang="en-US" sz="3600" b="1" dirty="0">
                <a:solidFill>
                  <a:srgbClr val="FFFFFF"/>
                </a:solidFill>
                <a:latin typeface="字魂59号-创粗黑" panose="00000500000000000000" charset="-122"/>
                <a:ea typeface="字魂59号-创粗黑" panose="0000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10"/>
            <p:cNvSpPr txBox="1"/>
            <p:nvPr/>
          </p:nvSpPr>
          <p:spPr>
            <a:xfrm>
              <a:off x="1930747" y="2574371"/>
              <a:ext cx="310849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400" dirty="0">
                  <a:solidFill>
                    <a:srgbClr val="FFFFFF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您的内容打在这里，或者通过复制您的文本后，在此框中选择粘贴。您的内容打在这里，或者通过复制您的文本后，在此框中选择粘贴。</a:t>
              </a:r>
              <a:endParaRPr lang="zh-CN" altLang="en-US" sz="1400" dirty="0">
                <a:solidFill>
                  <a:srgbClr val="FFFFFF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049011" y="1640219"/>
            <a:ext cx="3610743" cy="1453275"/>
            <a:chOff x="7038453" y="2133600"/>
            <a:chExt cx="3610743" cy="1453275"/>
          </a:xfrm>
        </p:grpSpPr>
        <p:sp>
          <p:nvSpPr>
            <p:cNvPr id="18" name="圆角矩形 21"/>
            <p:cNvSpPr/>
            <p:nvPr/>
          </p:nvSpPr>
          <p:spPr>
            <a:xfrm>
              <a:off x="7038453" y="2133600"/>
              <a:ext cx="3468854" cy="1453275"/>
            </a:xfrm>
            <a:prstGeom prst="roundRect">
              <a:avLst>
                <a:gd name="adj" fmla="val 10131"/>
              </a:avLst>
            </a:prstGeom>
            <a:solidFill>
              <a:srgbClr val="F8BC49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96000" tIns="336000" rIns="96000" bIns="0" anchor="ctr"/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sz="2665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9" name="KSO_GN2"/>
            <p:cNvSpPr txBox="1">
              <a:spLocks noChangeArrowheads="1"/>
            </p:cNvSpPr>
            <p:nvPr/>
          </p:nvSpPr>
          <p:spPr bwMode="auto">
            <a:xfrm flipH="1">
              <a:off x="9648667" y="2215170"/>
              <a:ext cx="1000529" cy="411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CN" sz="3600" b="1" dirty="0">
                  <a:solidFill>
                    <a:srgbClr val="FFFFFF"/>
                  </a:solidFill>
                  <a:latin typeface="字魂59号-创粗黑" panose="00000500000000000000" charset="-122"/>
                  <a:ea typeface="字魂59号-创粗黑" panose="00000500000000000000" charset="-122"/>
                  <a:cs typeface="Times New Roman" panose="02020603050405020304" pitchFamily="18" charset="0"/>
                </a:rPr>
                <a:t>03</a:t>
              </a:r>
              <a:endParaRPr lang="zh-CN" altLang="en-US" sz="3600" b="1" dirty="0">
                <a:solidFill>
                  <a:srgbClr val="FFFFFF"/>
                </a:solidFill>
                <a:latin typeface="字魂59号-创粗黑" panose="00000500000000000000" charset="-122"/>
                <a:ea typeface="字魂59号-创粗黑" panose="0000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10"/>
            <p:cNvSpPr txBox="1"/>
            <p:nvPr/>
          </p:nvSpPr>
          <p:spPr>
            <a:xfrm>
              <a:off x="7236427" y="2574371"/>
              <a:ext cx="307290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latin typeface="字魂59号-创粗黑" panose="00000500000000000000" charset="-122"/>
                  <a:ea typeface="字魂59号-创粗黑" panose="00000500000000000000" charset="-122"/>
                </a:rPr>
                <a:t>您的内容打在这里，或者通过复制您的文本后，在此框中选择粘贴。您的内容打在这里，或者通过复制您的文本后，在此框中选择粘贴。</a:t>
              </a:r>
              <a:endParaRPr lang="zh-CN" altLang="en-US" dirty="0"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528940" y="4231959"/>
            <a:ext cx="3635168" cy="1453275"/>
            <a:chOff x="1518382" y="4725340"/>
            <a:chExt cx="3635168" cy="1453275"/>
          </a:xfrm>
        </p:grpSpPr>
        <p:sp>
          <p:nvSpPr>
            <p:cNvPr id="22" name="圆角矩形 25"/>
            <p:cNvSpPr/>
            <p:nvPr/>
          </p:nvSpPr>
          <p:spPr>
            <a:xfrm>
              <a:off x="1684697" y="4725340"/>
              <a:ext cx="3468853" cy="1453275"/>
            </a:xfrm>
            <a:prstGeom prst="roundRect">
              <a:avLst>
                <a:gd name="adj" fmla="val 10131"/>
              </a:avLst>
            </a:prstGeom>
            <a:solidFill>
              <a:srgbClr val="F8BC49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96000" tIns="0" rIns="96000" bIns="336000" anchor="ctr"/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sz="2665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3" name="KSO_GN4"/>
            <p:cNvSpPr txBox="1">
              <a:spLocks noChangeArrowheads="1"/>
            </p:cNvSpPr>
            <p:nvPr/>
          </p:nvSpPr>
          <p:spPr bwMode="auto">
            <a:xfrm flipH="1">
              <a:off x="1518382" y="5766787"/>
              <a:ext cx="1000529" cy="411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CN" sz="3600" b="1" dirty="0">
                  <a:solidFill>
                    <a:srgbClr val="FFFFFF"/>
                  </a:solidFill>
                  <a:latin typeface="字魂59号-创粗黑" panose="00000500000000000000" charset="-122"/>
                  <a:ea typeface="字魂59号-创粗黑" panose="00000500000000000000" charset="-122"/>
                  <a:cs typeface="Times New Roman" panose="02020603050405020304" pitchFamily="18" charset="0"/>
                </a:rPr>
                <a:t>02</a:t>
              </a:r>
              <a:endParaRPr lang="zh-CN" altLang="en-US" sz="3600" b="1" dirty="0">
                <a:solidFill>
                  <a:srgbClr val="FFFFFF"/>
                </a:solidFill>
                <a:latin typeface="字魂59号-创粗黑" panose="00000500000000000000" charset="-122"/>
                <a:ea typeface="字魂59号-创粗黑" panose="0000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110"/>
            <p:cNvSpPr txBox="1"/>
            <p:nvPr/>
          </p:nvSpPr>
          <p:spPr>
            <a:xfrm>
              <a:off x="1879144" y="4843636"/>
              <a:ext cx="319930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latin typeface="字魂59号-创粗黑" panose="00000500000000000000" charset="-122"/>
                  <a:ea typeface="字魂59号-创粗黑" panose="00000500000000000000" charset="-122"/>
                </a:rPr>
                <a:t>您的内容打在这里，或者通过复制您的文本后，在此框中选择粘贴。您的内容打在这里，或者通过复制您的文本后，在此框中选择粘贴。</a:t>
              </a:r>
              <a:endParaRPr lang="zh-CN" altLang="en-US" dirty="0"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004130" y="4231958"/>
            <a:ext cx="3641768" cy="1480985"/>
            <a:chOff x="6993572" y="4725339"/>
            <a:chExt cx="3641768" cy="1480985"/>
          </a:xfrm>
        </p:grpSpPr>
        <p:sp>
          <p:nvSpPr>
            <p:cNvPr id="26" name="圆角矩形 29"/>
            <p:cNvSpPr/>
            <p:nvPr/>
          </p:nvSpPr>
          <p:spPr>
            <a:xfrm>
              <a:off x="6993572" y="4725339"/>
              <a:ext cx="3468854" cy="1453275"/>
            </a:xfrm>
            <a:prstGeom prst="roundRect">
              <a:avLst>
                <a:gd name="adj" fmla="val 10131"/>
              </a:avLst>
            </a:prstGeom>
            <a:solidFill>
              <a:srgbClr val="1A3F6C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96000" tIns="0" rIns="96000" bIns="336000" anchor="ctr"/>
            <a:lstStyle/>
            <a:p>
              <a:pPr algn="ctr">
                <a:lnSpc>
                  <a:spcPct val="130000"/>
                </a:lnSpc>
                <a:defRPr/>
              </a:pPr>
              <a:endParaRPr lang="en-US" altLang="zh-CN" sz="2665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Arial" panose="020B0604020202020204" pitchFamily="34" charset="0"/>
              </a:endParaRPr>
            </a:p>
          </p:txBody>
        </p:sp>
        <p:sp>
          <p:nvSpPr>
            <p:cNvPr id="27" name="KSO_GN3"/>
            <p:cNvSpPr txBox="1">
              <a:spLocks noChangeArrowheads="1"/>
            </p:cNvSpPr>
            <p:nvPr/>
          </p:nvSpPr>
          <p:spPr bwMode="auto">
            <a:xfrm flipH="1">
              <a:off x="9634811" y="5794497"/>
              <a:ext cx="1000529" cy="411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CN" sz="3600" b="1" dirty="0">
                  <a:solidFill>
                    <a:srgbClr val="FFFFFF"/>
                  </a:solidFill>
                  <a:latin typeface="字魂59号-创粗黑" panose="00000500000000000000" charset="-122"/>
                  <a:ea typeface="字魂59号-创粗黑" panose="00000500000000000000" charset="-122"/>
                  <a:cs typeface="Times New Roman" panose="02020603050405020304" pitchFamily="18" charset="0"/>
                </a:rPr>
                <a:t>04</a:t>
              </a:r>
              <a:endParaRPr lang="zh-CN" altLang="en-US" sz="3600" b="1" dirty="0">
                <a:solidFill>
                  <a:srgbClr val="FFFFFF"/>
                </a:solidFill>
                <a:latin typeface="字魂59号-创粗黑" panose="00000500000000000000" charset="-122"/>
                <a:ea typeface="字魂59号-创粗黑" panose="0000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110"/>
            <p:cNvSpPr txBox="1"/>
            <p:nvPr/>
          </p:nvSpPr>
          <p:spPr>
            <a:xfrm>
              <a:off x="7176763" y="4917249"/>
              <a:ext cx="3099834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latin typeface="字魂59号-创粗黑" panose="00000500000000000000" charset="-122"/>
                  <a:ea typeface="字魂59号-创粗黑" panose="00000500000000000000" charset="-122"/>
                </a:rPr>
                <a:t>您的内容打在这里，或者通过复制您的文本后，在此框中选择粘贴。您的内容打在这里，或者通过复制您的文本后，在此框中选择粘贴。</a:t>
              </a:r>
              <a:endParaRPr lang="zh-CN" altLang="en-US" dirty="0"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8" decel="3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38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" presetClass="entr" presetSubtype="2" decel="3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38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 animBg="1"/>
      <p:bldP spid="1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2942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成果体系形成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68488" y="919539"/>
            <a:ext cx="3094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20" normalizeH="0" baseline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Chen Guo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120" normalizeH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Ti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Xi </a:t>
            </a: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X</a:t>
            </a:r>
            <a:r>
              <a:rPr kumimoji="0" lang="en-US" altLang="zh-CN" sz="1800" b="0" i="0" u="none" strike="noStrike" kern="1200" cap="none" spc="120" normalizeH="0" noProof="0" dirty="0" err="1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ing</a:t>
            </a:r>
            <a:r>
              <a:rPr kumimoji="0" lang="en-US" altLang="zh-CN" sz="1800" b="0" i="0" u="none" strike="noStrike" kern="1200" cap="none" spc="120" normalizeH="0" noProof="0" dirty="0">
                <a:ln>
                  <a:noFill/>
                </a:ln>
                <a:solidFill>
                  <a:srgbClr val="2A3A4A"/>
                </a:solidFill>
                <a:effectLst/>
                <a:uLnTx/>
                <a:uFillTx/>
                <a:latin typeface="字魂59号-创粗黑" panose="00000500000000000000" charset="-122"/>
                <a:ea typeface="字魂59号-创粗黑" panose="00000500000000000000" charset="-122"/>
                <a:cs typeface="+mn-cs"/>
              </a:rPr>
              <a:t> Cheng</a:t>
            </a:r>
            <a:endParaRPr kumimoji="0" lang="zh-CN" altLang="en-US" sz="1800" b="0" i="0" u="none" strike="noStrike" kern="1200" cap="none" spc="120" normalizeH="0" baseline="0" noProof="0" dirty="0">
              <a:ln>
                <a:noFill/>
              </a:ln>
              <a:solidFill>
                <a:srgbClr val="2A3A4A"/>
              </a:solidFill>
              <a:effectLst/>
              <a:uLnTx/>
              <a:uFillTx/>
              <a:latin typeface="字魂59号-创粗黑" panose="00000500000000000000" charset="-122"/>
              <a:ea typeface="字魂59号-创粗黑" panose="00000500000000000000" charset="-122"/>
              <a:cs typeface="+mn-cs"/>
            </a:endParaRPr>
          </a:p>
        </p:txBody>
      </p:sp>
      <p:sp>
        <p:nvSpPr>
          <p:cNvPr id="4" name="任意多边形 5"/>
          <p:cNvSpPr/>
          <p:nvPr/>
        </p:nvSpPr>
        <p:spPr>
          <a:xfrm>
            <a:off x="780027" y="5514906"/>
            <a:ext cx="5174540" cy="257175"/>
          </a:xfrm>
          <a:custGeom>
            <a:avLst/>
            <a:gdLst>
              <a:gd name="connsiteX0" fmla="*/ 1138 w 8800"/>
              <a:gd name="connsiteY0" fmla="*/ 0 h 405"/>
              <a:gd name="connsiteX1" fmla="*/ 7738 w 8800"/>
              <a:gd name="connsiteY1" fmla="*/ 0 h 405"/>
              <a:gd name="connsiteX2" fmla="*/ 8800 w 8800"/>
              <a:gd name="connsiteY2" fmla="*/ 405 h 405"/>
              <a:gd name="connsiteX3" fmla="*/ 0 w 8800"/>
              <a:gd name="connsiteY3" fmla="*/ 405 h 405"/>
              <a:gd name="connsiteX4" fmla="*/ 1138 w 8800"/>
              <a:gd name="connsiteY4" fmla="*/ 0 h 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00" h="405">
                <a:moveTo>
                  <a:pt x="1138" y="0"/>
                </a:moveTo>
                <a:lnTo>
                  <a:pt x="7738" y="0"/>
                </a:lnTo>
                <a:lnTo>
                  <a:pt x="8800" y="405"/>
                </a:lnTo>
                <a:lnTo>
                  <a:pt x="0" y="405"/>
                </a:lnTo>
                <a:lnTo>
                  <a:pt x="113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solidFill>
                <a:schemeClr val="bg1"/>
              </a:solidFill>
              <a:ea typeface="字魂59号-创粗黑" panose="00000500000000000000" charset="-122"/>
            </a:endParaRPr>
          </a:p>
        </p:txBody>
      </p:sp>
      <p:sp>
        <p:nvSpPr>
          <p:cNvPr id="5" name="任意多边形 6"/>
          <p:cNvSpPr/>
          <p:nvPr/>
        </p:nvSpPr>
        <p:spPr>
          <a:xfrm>
            <a:off x="1470589" y="4654481"/>
            <a:ext cx="3900016" cy="254000"/>
          </a:xfrm>
          <a:custGeom>
            <a:avLst/>
            <a:gdLst>
              <a:gd name="connsiteX0" fmla="*/ 1075 w 6633"/>
              <a:gd name="connsiteY0" fmla="*/ 25 h 400"/>
              <a:gd name="connsiteX1" fmla="*/ 5575 w 6633"/>
              <a:gd name="connsiteY1" fmla="*/ 0 h 400"/>
              <a:gd name="connsiteX2" fmla="*/ 6633 w 6633"/>
              <a:gd name="connsiteY2" fmla="*/ 400 h 400"/>
              <a:gd name="connsiteX3" fmla="*/ 0 w 6633"/>
              <a:gd name="connsiteY3" fmla="*/ 400 h 400"/>
              <a:gd name="connsiteX4" fmla="*/ 1075 w 6633"/>
              <a:gd name="connsiteY4" fmla="*/ 25 h 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" h="400">
                <a:moveTo>
                  <a:pt x="1075" y="25"/>
                </a:moveTo>
                <a:lnTo>
                  <a:pt x="5575" y="0"/>
                </a:lnTo>
                <a:lnTo>
                  <a:pt x="6633" y="400"/>
                </a:lnTo>
                <a:lnTo>
                  <a:pt x="0" y="400"/>
                </a:lnTo>
                <a:lnTo>
                  <a:pt x="1075" y="2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solidFill>
                <a:schemeClr val="bg1"/>
              </a:solidFill>
              <a:ea typeface="字魂59号-创粗黑" panose="00000500000000000000" charset="-122"/>
            </a:endParaRPr>
          </a:p>
        </p:txBody>
      </p:sp>
      <p:sp>
        <p:nvSpPr>
          <p:cNvPr id="6" name="任意多边形 9"/>
          <p:cNvSpPr/>
          <p:nvPr/>
        </p:nvSpPr>
        <p:spPr>
          <a:xfrm>
            <a:off x="2134165" y="3805168"/>
            <a:ext cx="2632842" cy="254000"/>
          </a:xfrm>
          <a:custGeom>
            <a:avLst/>
            <a:gdLst>
              <a:gd name="connsiteX0" fmla="*/ 1075 w 6633"/>
              <a:gd name="connsiteY0" fmla="*/ 25 h 400"/>
              <a:gd name="connsiteX1" fmla="*/ 5575 w 6633"/>
              <a:gd name="connsiteY1" fmla="*/ 0 h 400"/>
              <a:gd name="connsiteX2" fmla="*/ 6633 w 6633"/>
              <a:gd name="connsiteY2" fmla="*/ 400 h 400"/>
              <a:gd name="connsiteX3" fmla="*/ 0 w 6633"/>
              <a:gd name="connsiteY3" fmla="*/ 400 h 400"/>
              <a:gd name="connsiteX4" fmla="*/ 1075 w 6633"/>
              <a:gd name="connsiteY4" fmla="*/ 25 h 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" h="400">
                <a:moveTo>
                  <a:pt x="1075" y="25"/>
                </a:moveTo>
                <a:lnTo>
                  <a:pt x="5575" y="0"/>
                </a:lnTo>
                <a:lnTo>
                  <a:pt x="6633" y="400"/>
                </a:lnTo>
                <a:lnTo>
                  <a:pt x="0" y="400"/>
                </a:lnTo>
                <a:lnTo>
                  <a:pt x="1075" y="2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solidFill>
                <a:schemeClr val="bg1"/>
              </a:solidFill>
              <a:ea typeface="字魂59号-创粗黑" panose="000005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161152" y="1422330"/>
            <a:ext cx="2600501" cy="2398713"/>
            <a:chOff x="2100192" y="1426539"/>
            <a:chExt cx="2808288" cy="2398713"/>
          </a:xfrm>
        </p:grpSpPr>
        <p:sp>
          <p:nvSpPr>
            <p:cNvPr id="8" name="右箭头 8"/>
            <p:cNvSpPr/>
            <p:nvPr/>
          </p:nvSpPr>
          <p:spPr>
            <a:xfrm rot="16200000">
              <a:off x="2304979" y="1221752"/>
              <a:ext cx="2398713" cy="2808288"/>
            </a:xfrm>
            <a:prstGeom prst="rightArrow">
              <a:avLst>
                <a:gd name="adj1" fmla="val 71174"/>
                <a:gd name="adj2" fmla="val 66350"/>
              </a:avLst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solidFill>
                  <a:schemeClr val="bg1"/>
                </a:solidFill>
                <a:ea typeface="字魂59号-创粗黑" panose="00000500000000000000" charset="-122"/>
              </a:endParaRPr>
            </a:p>
          </p:txBody>
        </p:sp>
        <p:sp>
          <p:nvSpPr>
            <p:cNvPr id="9" name="文本框 20"/>
            <p:cNvSpPr txBox="1"/>
            <p:nvPr/>
          </p:nvSpPr>
          <p:spPr>
            <a:xfrm flipH="1">
              <a:off x="2749485" y="2821952"/>
              <a:ext cx="1580772" cy="400110"/>
            </a:xfrm>
            <a:prstGeom prst="rect">
              <a:avLst/>
            </a:prstGeom>
            <a:noFill/>
            <a:ln w="9525">
              <a:noFill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indent="0" algn="ctr"/>
              <a:r>
                <a:rPr lang="zh-CN" altLang="en-US" sz="2000" b="1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  <a:sym typeface="Arial" panose="020B0604020202020204" pitchFamily="34" charset="0"/>
                </a:rPr>
                <a:t>成果</a:t>
              </a:r>
              <a:r>
                <a:rPr lang="en-US" altLang="zh-CN" sz="2000" b="1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  <a:sym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134165" y="4059168"/>
            <a:ext cx="2666652" cy="612775"/>
            <a:chOff x="2073204" y="4063377"/>
            <a:chExt cx="2879725" cy="612775"/>
          </a:xfrm>
        </p:grpSpPr>
        <p:sp>
          <p:nvSpPr>
            <p:cNvPr id="11" name="矩形 10"/>
            <p:cNvSpPr/>
            <p:nvPr/>
          </p:nvSpPr>
          <p:spPr>
            <a:xfrm>
              <a:off x="2073204" y="4063377"/>
              <a:ext cx="2879725" cy="612775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solidFill>
                  <a:schemeClr val="bg1"/>
                </a:solidFill>
                <a:ea typeface="字魂59号-创粗黑" panose="0000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 flipH="1">
              <a:off x="2561063" y="4150244"/>
              <a:ext cx="1995487" cy="400110"/>
            </a:xfrm>
            <a:prstGeom prst="rect">
              <a:avLst/>
            </a:prstGeom>
            <a:noFill/>
            <a:ln w="9525">
              <a:noFill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indent="0" algn="ctr"/>
              <a:r>
                <a:rPr lang="zh-CN" altLang="en-US" sz="2000" b="1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  <a:sym typeface="Arial" panose="020B0604020202020204" pitchFamily="34" charset="0"/>
                </a:rPr>
                <a:t>成果</a:t>
              </a:r>
              <a:r>
                <a:rPr lang="en-US" altLang="zh-CN" sz="2000" b="1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  <a:sym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486464" y="4908481"/>
            <a:ext cx="3866205" cy="612775"/>
            <a:chOff x="1425504" y="4912690"/>
            <a:chExt cx="4175125" cy="612775"/>
          </a:xfrm>
        </p:grpSpPr>
        <p:sp>
          <p:nvSpPr>
            <p:cNvPr id="14" name="矩形 13"/>
            <p:cNvSpPr/>
            <p:nvPr/>
          </p:nvSpPr>
          <p:spPr>
            <a:xfrm>
              <a:off x="1425504" y="4912690"/>
              <a:ext cx="4175125" cy="612775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solidFill>
                  <a:schemeClr val="bg1"/>
                </a:solidFill>
                <a:ea typeface="字魂59号-创粗黑" panose="00000500000000000000" charset="-122"/>
              </a:endParaRPr>
            </a:p>
          </p:txBody>
        </p:sp>
        <p:sp>
          <p:nvSpPr>
            <p:cNvPr id="15" name="文本框 20"/>
            <p:cNvSpPr txBox="1"/>
            <p:nvPr/>
          </p:nvSpPr>
          <p:spPr>
            <a:xfrm flipH="1">
              <a:off x="2549454" y="4994794"/>
              <a:ext cx="1995488" cy="400110"/>
            </a:xfrm>
            <a:prstGeom prst="rect">
              <a:avLst/>
            </a:prstGeom>
            <a:noFill/>
            <a:ln w="9525">
              <a:noFill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indent="0" algn="ctr"/>
              <a:r>
                <a:rPr lang="zh-CN" altLang="en-US" sz="2000" b="1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  <a:sym typeface="Arial" panose="020B0604020202020204" pitchFamily="34" charset="0"/>
                </a:rPr>
                <a:t>成果</a:t>
              </a:r>
              <a:r>
                <a:rPr lang="en-US" altLang="zh-CN" sz="2000" b="1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  <a:sym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70502" y="5768906"/>
            <a:ext cx="5174540" cy="611188"/>
            <a:chOff x="709542" y="5773115"/>
            <a:chExt cx="5588000" cy="611188"/>
          </a:xfrm>
        </p:grpSpPr>
        <p:sp>
          <p:nvSpPr>
            <p:cNvPr id="17" name="矩形 16"/>
            <p:cNvSpPr/>
            <p:nvPr/>
          </p:nvSpPr>
          <p:spPr>
            <a:xfrm>
              <a:off x="709542" y="5773115"/>
              <a:ext cx="5588000" cy="611188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solidFill>
                  <a:schemeClr val="bg1"/>
                </a:solidFill>
                <a:ea typeface="字魂59号-创粗黑" panose="00000500000000000000" charset="-122"/>
              </a:endParaRPr>
            </a:p>
          </p:txBody>
        </p:sp>
        <p:sp>
          <p:nvSpPr>
            <p:cNvPr id="18" name="文本框 20"/>
            <p:cNvSpPr txBox="1"/>
            <p:nvPr/>
          </p:nvSpPr>
          <p:spPr>
            <a:xfrm flipH="1">
              <a:off x="2535167" y="5850456"/>
              <a:ext cx="1995487" cy="400110"/>
            </a:xfrm>
            <a:prstGeom prst="rect">
              <a:avLst/>
            </a:prstGeom>
            <a:noFill/>
            <a:ln w="9525">
              <a:noFill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indent="0" algn="ctr"/>
              <a:r>
                <a:rPr lang="zh-CN" altLang="en-US" sz="2000" b="1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  <a:sym typeface="Arial" panose="020B0604020202020204" pitchFamily="34" charset="0"/>
                </a:rPr>
                <a:t>成果</a:t>
              </a:r>
              <a:r>
                <a:rPr lang="en-US" altLang="zh-CN" sz="2000" b="1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  <a:sym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19" name="直接连接符 18"/>
          <p:cNvCxnSpPr/>
          <p:nvPr/>
        </p:nvCxnSpPr>
        <p:spPr bwMode="auto">
          <a:xfrm>
            <a:off x="5892440" y="5889835"/>
            <a:ext cx="13681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19"/>
          <p:cNvCxnSpPr/>
          <p:nvPr/>
        </p:nvCxnSpPr>
        <p:spPr bwMode="auto">
          <a:xfrm>
            <a:off x="5201320" y="4975435"/>
            <a:ext cx="205927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连接符 20"/>
          <p:cNvCxnSpPr/>
          <p:nvPr/>
        </p:nvCxnSpPr>
        <p:spPr bwMode="auto">
          <a:xfrm>
            <a:off x="4632572" y="4133224"/>
            <a:ext cx="26280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接连接符 21"/>
          <p:cNvCxnSpPr/>
          <p:nvPr/>
        </p:nvCxnSpPr>
        <p:spPr bwMode="auto">
          <a:xfrm>
            <a:off x="4272532" y="2773656"/>
            <a:ext cx="29880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文本框 22"/>
          <p:cNvSpPr txBox="1"/>
          <p:nvPr/>
        </p:nvSpPr>
        <p:spPr>
          <a:xfrm>
            <a:off x="7299224" y="5514906"/>
            <a:ext cx="3963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99224" y="4621253"/>
            <a:ext cx="3963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299224" y="3721130"/>
            <a:ext cx="3963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299224" y="2325467"/>
            <a:ext cx="3963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  <p:bldP spid="23" grpId="0"/>
      <p:bldP spid="24" grpId="0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1" y="477906"/>
            <a:ext cx="3295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应用前景调查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68488" y="919539"/>
            <a:ext cx="3424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Ying Yong Qian Jing </a:t>
            </a:r>
            <a:r>
              <a:rPr lang="en-US" altLang="zh-CN" spc="120" dirty="0" err="1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Diao</a:t>
            </a: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 Cha</a:t>
            </a:r>
            <a:endParaRPr lang="zh-CN" altLang="en-US" spc="120" dirty="0">
              <a:solidFill>
                <a:srgbClr val="2A3A4A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0" name="矩形 39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<p:cNvSpPr/>
          <p:nvPr/>
        </p:nvSpPr>
        <p:spPr>
          <a:xfrm>
            <a:off x="6475837" y="2094438"/>
            <a:ext cx="4627646" cy="1444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en-US" altLang="zh-CN" sz="1200" dirty="0"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200" dirty="0"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1" name="矩形: 圆角 40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<p:cNvSpPr/>
          <p:nvPr/>
        </p:nvSpPr>
        <p:spPr>
          <a:xfrm>
            <a:off x="6653301" y="1770285"/>
            <a:ext cx="1860551" cy="324153"/>
          </a:xfrm>
          <a:prstGeom prst="roundRect">
            <a:avLst>
              <a:gd name="adj" fmla="val 50000"/>
            </a:avLst>
          </a:prstGeom>
          <a:solidFill>
            <a:srgbClr val="1F497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前景介绍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8" name="矩形: 圆角 47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<p:cNvSpPr/>
          <p:nvPr/>
        </p:nvSpPr>
        <p:spPr>
          <a:xfrm>
            <a:off x="6653301" y="3799997"/>
            <a:ext cx="1860551" cy="324153"/>
          </a:xfrm>
          <a:prstGeom prst="roundRect">
            <a:avLst>
              <a:gd name="adj" fmla="val 50000"/>
            </a:avLst>
          </a:prstGeom>
          <a:solidFill>
            <a:srgbClr val="F7B5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前景介绍</a:t>
            </a:r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9" name="矩形 48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<p:cNvSpPr/>
          <p:nvPr/>
        </p:nvSpPr>
        <p:spPr>
          <a:xfrm>
            <a:off x="6513440" y="4124150"/>
            <a:ext cx="4765026" cy="1444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您的内容打在这里，或者通过复制您的文本后，在此框中选择粘贴。您的内容打在这里，或者通过复制您的文本后，在此框中选择粘贴。</a:t>
            </a:r>
            <a:endParaRPr lang="zh-CN" altLang="en-US" sz="1200" dirty="0"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50" name="组合 49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<p:cNvGrpSpPr/>
          <p:nvPr/>
        </p:nvGrpSpPr>
        <p:grpSpPr>
          <a:xfrm rot="5400000">
            <a:off x="1784616" y="1344704"/>
            <a:ext cx="2405432" cy="4958666"/>
            <a:chOff x="4893282" y="1269999"/>
            <a:chExt cx="2405432" cy="5588001"/>
          </a:xfrm>
        </p:grpSpPr>
        <p:sp>
          <p:nvSpPr>
            <p:cNvPr id="51" name="Freeform: Shape 74"/>
            <p:cNvSpPr/>
            <p:nvPr/>
          </p:nvSpPr>
          <p:spPr>
            <a:xfrm>
              <a:off x="6096000" y="1948960"/>
              <a:ext cx="1202714" cy="4083540"/>
            </a:xfrm>
            <a:custGeom>
              <a:avLst/>
              <a:gdLst>
                <a:gd name="connsiteX0" fmla="*/ 442921 w 1202714"/>
                <a:gd name="connsiteY0" fmla="*/ 0 h 4083540"/>
                <a:gd name="connsiteX1" fmla="*/ 1202714 w 1202714"/>
                <a:gd name="connsiteY1" fmla="*/ 0 h 4083540"/>
                <a:gd name="connsiteX2" fmla="*/ 1202714 w 1202714"/>
                <a:gd name="connsiteY2" fmla="*/ 185426 h 4083540"/>
                <a:gd name="connsiteX3" fmla="*/ 504824 w 1202714"/>
                <a:gd name="connsiteY3" fmla="*/ 185426 h 4083540"/>
                <a:gd name="connsiteX4" fmla="*/ 190498 w 1202714"/>
                <a:gd name="connsiteY4" fmla="*/ 483917 h 4083540"/>
                <a:gd name="connsiteX5" fmla="*/ 190498 w 1202714"/>
                <a:gd name="connsiteY5" fmla="*/ 4083540 h 4083540"/>
                <a:gd name="connsiteX6" fmla="*/ 924 w 1202714"/>
                <a:gd name="connsiteY6" fmla="*/ 4083540 h 4083540"/>
                <a:gd name="connsiteX7" fmla="*/ 0 w 1202714"/>
                <a:gd name="connsiteY7" fmla="*/ 4074834 h 4083540"/>
                <a:gd name="connsiteX8" fmla="*/ 0 w 1202714"/>
                <a:gd name="connsiteY8" fmla="*/ 420608 h 4083540"/>
                <a:gd name="connsiteX9" fmla="*/ 442921 w 1202714"/>
                <a:gd name="connsiteY9" fmla="*/ 0 h 408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714" h="4083540">
                  <a:moveTo>
                    <a:pt x="442921" y="0"/>
                  </a:moveTo>
                  <a:lnTo>
                    <a:pt x="1202714" y="0"/>
                  </a:lnTo>
                  <a:lnTo>
                    <a:pt x="1202714" y="185426"/>
                  </a:lnTo>
                  <a:lnTo>
                    <a:pt x="504824" y="185426"/>
                  </a:lnTo>
                  <a:cubicBezTo>
                    <a:pt x="331227" y="185426"/>
                    <a:pt x="190498" y="319066"/>
                    <a:pt x="190498" y="483917"/>
                  </a:cubicBezTo>
                  <a:lnTo>
                    <a:pt x="190498" y="4083540"/>
                  </a:lnTo>
                  <a:lnTo>
                    <a:pt x="924" y="4083540"/>
                  </a:lnTo>
                  <a:lnTo>
                    <a:pt x="0" y="4074834"/>
                  </a:lnTo>
                  <a:lnTo>
                    <a:pt x="0" y="420608"/>
                  </a:lnTo>
                  <a:cubicBezTo>
                    <a:pt x="0" y="188312"/>
                    <a:pt x="198302" y="0"/>
                    <a:pt x="442921" y="0"/>
                  </a:cubicBezTo>
                  <a:close/>
                </a:path>
              </a:pathLst>
            </a:custGeom>
            <a:solidFill>
              <a:srgbClr val="F8BC49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2" name="Freeform: Shape 41"/>
            <p:cNvSpPr/>
            <p:nvPr/>
          </p:nvSpPr>
          <p:spPr>
            <a:xfrm>
              <a:off x="4893282" y="1269999"/>
              <a:ext cx="1202718" cy="4423264"/>
            </a:xfrm>
            <a:custGeom>
              <a:avLst/>
              <a:gdLst>
                <a:gd name="connsiteX0" fmla="*/ 0 w 1202718"/>
                <a:gd name="connsiteY0" fmla="*/ 0 h 4423264"/>
                <a:gd name="connsiteX1" fmla="*/ 759797 w 1202718"/>
                <a:gd name="connsiteY1" fmla="*/ 0 h 4423264"/>
                <a:gd name="connsiteX2" fmla="*/ 1202718 w 1202718"/>
                <a:gd name="connsiteY2" fmla="*/ 420608 h 4423264"/>
                <a:gd name="connsiteX3" fmla="*/ 1202718 w 1202718"/>
                <a:gd name="connsiteY3" fmla="*/ 4074834 h 4423264"/>
                <a:gd name="connsiteX4" fmla="*/ 1072990 w 1202718"/>
                <a:gd name="connsiteY4" fmla="*/ 4372250 h 4423264"/>
                <a:gd name="connsiteX5" fmla="*/ 1007880 w 1202718"/>
                <a:gd name="connsiteY5" fmla="*/ 4423264 h 4423264"/>
                <a:gd name="connsiteX6" fmla="*/ 1012220 w 1202718"/>
                <a:gd name="connsiteY6" fmla="*/ 4382377 h 4423264"/>
                <a:gd name="connsiteX7" fmla="*/ 1012220 w 1202718"/>
                <a:gd name="connsiteY7" fmla="*/ 483917 h 4423264"/>
                <a:gd name="connsiteX8" fmla="*/ 697894 w 1202718"/>
                <a:gd name="connsiteY8" fmla="*/ 185426 h 4423264"/>
                <a:gd name="connsiteX9" fmla="*/ 0 w 1202718"/>
                <a:gd name="connsiteY9" fmla="*/ 185426 h 4423264"/>
                <a:gd name="connsiteX10" fmla="*/ 0 w 1202718"/>
                <a:gd name="connsiteY10" fmla="*/ 0 h 442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2718" h="4423264">
                  <a:moveTo>
                    <a:pt x="0" y="0"/>
                  </a:moveTo>
                  <a:lnTo>
                    <a:pt x="759797" y="0"/>
                  </a:lnTo>
                  <a:cubicBezTo>
                    <a:pt x="1004416" y="0"/>
                    <a:pt x="1202718" y="188312"/>
                    <a:pt x="1202718" y="420608"/>
                  </a:cubicBezTo>
                  <a:lnTo>
                    <a:pt x="1202718" y="4074834"/>
                  </a:lnTo>
                  <a:cubicBezTo>
                    <a:pt x="1202718" y="4190983"/>
                    <a:pt x="1153143" y="4296134"/>
                    <a:pt x="1072990" y="4372250"/>
                  </a:cubicBezTo>
                  <a:lnTo>
                    <a:pt x="1007880" y="4423264"/>
                  </a:lnTo>
                  <a:lnTo>
                    <a:pt x="1012220" y="4382377"/>
                  </a:lnTo>
                  <a:lnTo>
                    <a:pt x="1012220" y="483917"/>
                  </a:lnTo>
                  <a:cubicBezTo>
                    <a:pt x="1012220" y="319066"/>
                    <a:pt x="871491" y="185426"/>
                    <a:pt x="697894" y="185426"/>
                  </a:cubicBezTo>
                  <a:lnTo>
                    <a:pt x="0" y="18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97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3" name="Freeform: Shape 44"/>
            <p:cNvSpPr/>
            <p:nvPr/>
          </p:nvSpPr>
          <p:spPr>
            <a:xfrm>
              <a:off x="4893282" y="2933700"/>
              <a:ext cx="1202717" cy="3429000"/>
            </a:xfrm>
            <a:custGeom>
              <a:avLst/>
              <a:gdLst>
                <a:gd name="connsiteX0" fmla="*/ 0 w 1202717"/>
                <a:gd name="connsiteY0" fmla="*/ 0 h 3429000"/>
                <a:gd name="connsiteX1" fmla="*/ 759796 w 1202717"/>
                <a:gd name="connsiteY1" fmla="*/ 0 h 3429000"/>
                <a:gd name="connsiteX2" fmla="*/ 1202717 w 1202717"/>
                <a:gd name="connsiteY2" fmla="*/ 442921 h 3429000"/>
                <a:gd name="connsiteX3" fmla="*/ 1202717 w 1202717"/>
                <a:gd name="connsiteY3" fmla="*/ 3429000 h 3429000"/>
                <a:gd name="connsiteX4" fmla="*/ 1012219 w 1202717"/>
                <a:gd name="connsiteY4" fmla="*/ 3429000 h 3429000"/>
                <a:gd name="connsiteX5" fmla="*/ 1012219 w 1202717"/>
                <a:gd name="connsiteY5" fmla="*/ 509589 h 3429000"/>
                <a:gd name="connsiteX6" fmla="*/ 697893 w 1202717"/>
                <a:gd name="connsiteY6" fmla="*/ 195263 h 3429000"/>
                <a:gd name="connsiteX7" fmla="*/ 0 w 1202717"/>
                <a:gd name="connsiteY7" fmla="*/ 195263 h 3429000"/>
                <a:gd name="connsiteX8" fmla="*/ 0 w 1202717"/>
                <a:gd name="connsiteY8" fmla="*/ 0 h 342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2717" h="3429000">
                  <a:moveTo>
                    <a:pt x="0" y="0"/>
                  </a:moveTo>
                  <a:lnTo>
                    <a:pt x="759796" y="0"/>
                  </a:lnTo>
                  <a:cubicBezTo>
                    <a:pt x="1004415" y="0"/>
                    <a:pt x="1202717" y="198302"/>
                    <a:pt x="1202717" y="442921"/>
                  </a:cubicBezTo>
                  <a:lnTo>
                    <a:pt x="1202717" y="3429000"/>
                  </a:lnTo>
                  <a:lnTo>
                    <a:pt x="1012219" y="3429000"/>
                  </a:lnTo>
                  <a:lnTo>
                    <a:pt x="1012219" y="509589"/>
                  </a:lnTo>
                  <a:cubicBezTo>
                    <a:pt x="1012219" y="335992"/>
                    <a:pt x="871490" y="195263"/>
                    <a:pt x="697893" y="195263"/>
                  </a:cubicBezTo>
                  <a:lnTo>
                    <a:pt x="0" y="195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97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4" name="Freeform: Shape 79"/>
            <p:cNvSpPr/>
            <p:nvPr/>
          </p:nvSpPr>
          <p:spPr>
            <a:xfrm>
              <a:off x="4893282" y="4481224"/>
              <a:ext cx="1202718" cy="2376776"/>
            </a:xfrm>
            <a:custGeom>
              <a:avLst/>
              <a:gdLst>
                <a:gd name="connsiteX0" fmla="*/ 0 w 1202718"/>
                <a:gd name="connsiteY0" fmla="*/ 0 h 2376776"/>
                <a:gd name="connsiteX1" fmla="*/ 759797 w 1202718"/>
                <a:gd name="connsiteY1" fmla="*/ 0 h 2376776"/>
                <a:gd name="connsiteX2" fmla="*/ 1202718 w 1202718"/>
                <a:gd name="connsiteY2" fmla="*/ 442921 h 2376776"/>
                <a:gd name="connsiteX3" fmla="*/ 1202718 w 1202718"/>
                <a:gd name="connsiteY3" fmla="*/ 1824326 h 2376776"/>
                <a:gd name="connsiteX4" fmla="*/ 1202718 w 1202718"/>
                <a:gd name="connsiteY4" fmla="*/ 1881476 h 2376776"/>
                <a:gd name="connsiteX5" fmla="*/ 1202718 w 1202718"/>
                <a:gd name="connsiteY5" fmla="*/ 2376776 h 2376776"/>
                <a:gd name="connsiteX6" fmla="*/ 1012218 w 1202718"/>
                <a:gd name="connsiteY6" fmla="*/ 2376776 h 2376776"/>
                <a:gd name="connsiteX7" fmla="*/ 1012218 w 1202718"/>
                <a:gd name="connsiteY7" fmla="*/ 1824326 h 2376776"/>
                <a:gd name="connsiteX8" fmla="*/ 1012220 w 1202718"/>
                <a:gd name="connsiteY8" fmla="*/ 1824326 h 2376776"/>
                <a:gd name="connsiteX9" fmla="*/ 1012220 w 1202718"/>
                <a:gd name="connsiteY9" fmla="*/ 509589 h 2376776"/>
                <a:gd name="connsiteX10" fmla="*/ 697894 w 1202718"/>
                <a:gd name="connsiteY10" fmla="*/ 195263 h 2376776"/>
                <a:gd name="connsiteX11" fmla="*/ 0 w 1202718"/>
                <a:gd name="connsiteY11" fmla="*/ 195263 h 237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2718" h="2376776">
                  <a:moveTo>
                    <a:pt x="0" y="0"/>
                  </a:moveTo>
                  <a:lnTo>
                    <a:pt x="759797" y="0"/>
                  </a:lnTo>
                  <a:cubicBezTo>
                    <a:pt x="1004416" y="0"/>
                    <a:pt x="1202718" y="198302"/>
                    <a:pt x="1202718" y="442921"/>
                  </a:cubicBezTo>
                  <a:lnTo>
                    <a:pt x="1202718" y="1824326"/>
                  </a:lnTo>
                  <a:lnTo>
                    <a:pt x="1202718" y="1881476"/>
                  </a:lnTo>
                  <a:lnTo>
                    <a:pt x="1202718" y="2376776"/>
                  </a:lnTo>
                  <a:lnTo>
                    <a:pt x="1012218" y="2376776"/>
                  </a:lnTo>
                  <a:lnTo>
                    <a:pt x="1012218" y="1824326"/>
                  </a:lnTo>
                  <a:lnTo>
                    <a:pt x="1012220" y="1824326"/>
                  </a:lnTo>
                  <a:lnTo>
                    <a:pt x="1012220" y="509589"/>
                  </a:lnTo>
                  <a:cubicBezTo>
                    <a:pt x="1012220" y="335992"/>
                    <a:pt x="871491" y="195263"/>
                    <a:pt x="697894" y="195263"/>
                  </a:cubicBezTo>
                  <a:lnTo>
                    <a:pt x="0" y="195263"/>
                  </a:lnTo>
                  <a:close/>
                </a:path>
              </a:pathLst>
            </a:custGeom>
            <a:solidFill>
              <a:srgbClr val="1F497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5" name="Freeform: Shape 78"/>
            <p:cNvSpPr/>
            <p:nvPr/>
          </p:nvSpPr>
          <p:spPr>
            <a:xfrm>
              <a:off x="6096000" y="3711085"/>
              <a:ext cx="1202714" cy="3146915"/>
            </a:xfrm>
            <a:custGeom>
              <a:avLst/>
              <a:gdLst>
                <a:gd name="connsiteX0" fmla="*/ 442921 w 1202714"/>
                <a:gd name="connsiteY0" fmla="*/ 0 h 3146915"/>
                <a:gd name="connsiteX1" fmla="*/ 1202714 w 1202714"/>
                <a:gd name="connsiteY1" fmla="*/ 0 h 3146915"/>
                <a:gd name="connsiteX2" fmla="*/ 1202714 w 1202714"/>
                <a:gd name="connsiteY2" fmla="*/ 185426 h 3146915"/>
                <a:gd name="connsiteX3" fmla="*/ 504824 w 1202714"/>
                <a:gd name="connsiteY3" fmla="*/ 185426 h 3146915"/>
                <a:gd name="connsiteX4" fmla="*/ 190498 w 1202714"/>
                <a:gd name="connsiteY4" fmla="*/ 483917 h 3146915"/>
                <a:gd name="connsiteX5" fmla="*/ 190498 w 1202714"/>
                <a:gd name="connsiteY5" fmla="*/ 2321415 h 3146915"/>
                <a:gd name="connsiteX6" fmla="*/ 190500 w 1202714"/>
                <a:gd name="connsiteY6" fmla="*/ 2321415 h 3146915"/>
                <a:gd name="connsiteX7" fmla="*/ 190500 w 1202714"/>
                <a:gd name="connsiteY7" fmla="*/ 3146915 h 3146915"/>
                <a:gd name="connsiteX8" fmla="*/ 0 w 1202714"/>
                <a:gd name="connsiteY8" fmla="*/ 3146915 h 3146915"/>
                <a:gd name="connsiteX9" fmla="*/ 0 w 1202714"/>
                <a:gd name="connsiteY9" fmla="*/ 2651614 h 3146915"/>
                <a:gd name="connsiteX10" fmla="*/ 0 w 1202714"/>
                <a:gd name="connsiteY10" fmla="*/ 2321415 h 3146915"/>
                <a:gd name="connsiteX11" fmla="*/ 0 w 1202714"/>
                <a:gd name="connsiteY11" fmla="*/ 420608 h 3146915"/>
                <a:gd name="connsiteX12" fmla="*/ 442921 w 1202714"/>
                <a:gd name="connsiteY12" fmla="*/ 0 h 314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02714" h="3146915">
                  <a:moveTo>
                    <a:pt x="442921" y="0"/>
                  </a:moveTo>
                  <a:lnTo>
                    <a:pt x="1202714" y="0"/>
                  </a:lnTo>
                  <a:lnTo>
                    <a:pt x="1202714" y="185426"/>
                  </a:lnTo>
                  <a:lnTo>
                    <a:pt x="504824" y="185426"/>
                  </a:lnTo>
                  <a:cubicBezTo>
                    <a:pt x="331227" y="185426"/>
                    <a:pt x="190498" y="319066"/>
                    <a:pt x="190498" y="483917"/>
                  </a:cubicBezTo>
                  <a:lnTo>
                    <a:pt x="190498" y="2321415"/>
                  </a:lnTo>
                  <a:lnTo>
                    <a:pt x="190500" y="2321415"/>
                  </a:lnTo>
                  <a:lnTo>
                    <a:pt x="190500" y="3146915"/>
                  </a:lnTo>
                  <a:lnTo>
                    <a:pt x="0" y="3146915"/>
                  </a:lnTo>
                  <a:lnTo>
                    <a:pt x="0" y="2651614"/>
                  </a:lnTo>
                  <a:lnTo>
                    <a:pt x="0" y="2321415"/>
                  </a:lnTo>
                  <a:lnTo>
                    <a:pt x="0" y="420608"/>
                  </a:lnTo>
                  <a:cubicBezTo>
                    <a:pt x="0" y="188312"/>
                    <a:pt x="198302" y="0"/>
                    <a:pt x="442921" y="0"/>
                  </a:cubicBezTo>
                  <a:close/>
                </a:path>
              </a:pathLst>
            </a:custGeom>
            <a:solidFill>
              <a:srgbClr val="F8BC49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236788" y="2260968"/>
            <a:ext cx="557773" cy="557773"/>
            <a:chOff x="2001385" y="2278743"/>
            <a:chExt cx="557773" cy="557773"/>
          </a:xfrm>
        </p:grpSpPr>
        <p:sp>
          <p:nvSpPr>
            <p:cNvPr id="30" name="椭圆 29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  <p:cNvSpPr/>
            <p:nvPr/>
          </p:nvSpPr>
          <p:spPr>
            <a:xfrm>
              <a:off x="2001385" y="2278743"/>
              <a:ext cx="557773" cy="557773"/>
            </a:xfrm>
            <a:prstGeom prst="ellipse">
              <a:avLst/>
            </a:prstGeom>
            <a:solidFill>
              <a:srgbClr val="1F4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  <p:cNvSpPr/>
            <p:nvPr/>
          </p:nvSpPr>
          <p:spPr>
            <a:xfrm>
              <a:off x="2076313" y="2356153"/>
              <a:ext cx="398116" cy="3981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1F4970"/>
                  </a:solidFill>
                  <a:latin typeface="字魂59号-创粗黑" panose="00000500000000000000" charset="-122"/>
                </a:rPr>
                <a:t>1</a:t>
              </a:r>
              <a:endParaRPr lang="zh-CN" altLang="en-US">
                <a:solidFill>
                  <a:srgbClr val="1F4970"/>
                </a:solidFill>
                <a:latin typeface="字魂59号-创粗黑" panose="00000500000000000000" charset="-122"/>
              </a:endParaRPr>
            </a:p>
          </p:txBody>
        </p:sp>
      </p:grpSp>
      <p:sp>
        <p:nvSpPr>
          <p:cNvPr id="43" name="文本框 42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<p:cNvSpPr txBox="1"/>
          <p:nvPr/>
        </p:nvSpPr>
        <p:spPr>
          <a:xfrm>
            <a:off x="1834112" y="1840167"/>
            <a:ext cx="1354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Arial" panose="020B0604020202020204" pitchFamily="34" charset="0"/>
                <a:ea typeface="字魂59号-创粗黑" panose="00000500000000000000" charset="-122"/>
                <a:cs typeface="Arial" panose="020B0604020202020204" pitchFamily="34" charset="0"/>
              </a:rPr>
              <a:t>应用前景</a:t>
            </a:r>
            <a:r>
              <a:rPr lang="en-US" altLang="zh-CN" sz="1600" dirty="0">
                <a:latin typeface="Arial" panose="020B0604020202020204" pitchFamily="34" charset="0"/>
                <a:ea typeface="字魂59号-创粗黑" panose="00000500000000000000" charset="-122"/>
                <a:cs typeface="Arial" panose="020B0604020202020204" pitchFamily="34" charset="0"/>
              </a:rPr>
              <a:t>1</a:t>
            </a:r>
            <a:endParaRPr lang="zh-CN" altLang="en-US" sz="2000" dirty="0">
              <a:latin typeface="Arial" panose="020B0604020202020204" pitchFamily="34" charset="0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5099687" y="2261467"/>
            <a:ext cx="557773" cy="557773"/>
            <a:chOff x="2001385" y="2278743"/>
            <a:chExt cx="557773" cy="557773"/>
          </a:xfrm>
        </p:grpSpPr>
        <p:sp>
          <p:nvSpPr>
            <p:cNvPr id="62" name="椭圆 61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  <p:cNvSpPr/>
            <p:nvPr/>
          </p:nvSpPr>
          <p:spPr>
            <a:xfrm>
              <a:off x="2001385" y="2278743"/>
              <a:ext cx="557773" cy="557773"/>
            </a:xfrm>
            <a:prstGeom prst="ellipse">
              <a:avLst/>
            </a:prstGeom>
            <a:solidFill>
              <a:srgbClr val="1F4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  <p:cNvSpPr/>
            <p:nvPr/>
          </p:nvSpPr>
          <p:spPr>
            <a:xfrm>
              <a:off x="2076313" y="2356153"/>
              <a:ext cx="398116" cy="3981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1F4970"/>
                  </a:solidFill>
                  <a:latin typeface="字魂59号-创粗黑" panose="00000500000000000000" charset="-122"/>
                </a:rPr>
                <a:t>2</a:t>
              </a:r>
              <a:endParaRPr lang="zh-CN" altLang="en-US" dirty="0">
                <a:solidFill>
                  <a:srgbClr val="1F4970"/>
                </a:solidFill>
                <a:latin typeface="字魂59号-创粗黑" panose="00000500000000000000" charset="-122"/>
              </a:endParaRPr>
            </a:p>
          </p:txBody>
        </p:sp>
      </p:grpSp>
      <p:sp>
        <p:nvSpPr>
          <p:cNvPr id="64" name="文本框 63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<p:cNvSpPr txBox="1"/>
          <p:nvPr/>
        </p:nvSpPr>
        <p:spPr>
          <a:xfrm>
            <a:off x="4697011" y="1840666"/>
            <a:ext cx="1354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Arial" panose="020B0604020202020204" pitchFamily="34" charset="0"/>
                <a:ea typeface="字魂59号-创粗黑" panose="00000500000000000000" charset="-122"/>
                <a:cs typeface="Arial" panose="020B0604020202020204" pitchFamily="34" charset="0"/>
              </a:rPr>
              <a:t>应用前景</a:t>
            </a:r>
            <a:r>
              <a:rPr lang="en-US" altLang="zh-CN" sz="1600" dirty="0">
                <a:latin typeface="Arial" panose="020B0604020202020204" pitchFamily="34" charset="0"/>
                <a:ea typeface="字魂59号-创粗黑" panose="00000500000000000000" charset="-122"/>
                <a:cs typeface="Arial" panose="020B0604020202020204" pitchFamily="34" charset="0"/>
              </a:rPr>
              <a:t>3</a:t>
            </a:r>
            <a:endParaRPr lang="zh-CN" altLang="en-US" sz="2000" dirty="0">
              <a:latin typeface="Arial" panose="020B0604020202020204" pitchFamily="34" charset="0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628137" y="2254704"/>
            <a:ext cx="557773" cy="557773"/>
            <a:chOff x="2001385" y="2278743"/>
            <a:chExt cx="557773" cy="557773"/>
          </a:xfrm>
        </p:grpSpPr>
        <p:sp>
          <p:nvSpPr>
            <p:cNvPr id="66" name="椭圆 65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  <p:cNvSpPr/>
            <p:nvPr/>
          </p:nvSpPr>
          <p:spPr>
            <a:xfrm>
              <a:off x="2001385" y="2278743"/>
              <a:ext cx="557773" cy="557773"/>
            </a:xfrm>
            <a:prstGeom prst="ellipse">
              <a:avLst/>
            </a:prstGeom>
            <a:solidFill>
              <a:srgbClr val="1F4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  <p:cNvSpPr/>
            <p:nvPr/>
          </p:nvSpPr>
          <p:spPr>
            <a:xfrm>
              <a:off x="2076313" y="2356153"/>
              <a:ext cx="398116" cy="3981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1F4970"/>
                  </a:solidFill>
                  <a:latin typeface="字魂59号-创粗黑" panose="00000500000000000000" charset="-122"/>
                </a:rPr>
                <a:t>2</a:t>
              </a:r>
              <a:endParaRPr lang="zh-CN" altLang="en-US" dirty="0">
                <a:solidFill>
                  <a:srgbClr val="1F4970"/>
                </a:solidFill>
                <a:latin typeface="字魂59号-创粗黑" panose="00000500000000000000" charset="-122"/>
              </a:endParaRPr>
            </a:p>
          </p:txBody>
        </p:sp>
      </p:grpSp>
      <p:sp>
        <p:nvSpPr>
          <p:cNvPr id="68" name="文本框 67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<p:cNvSpPr txBox="1"/>
          <p:nvPr/>
        </p:nvSpPr>
        <p:spPr>
          <a:xfrm>
            <a:off x="3225461" y="1833903"/>
            <a:ext cx="1354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Arial" panose="020B0604020202020204" pitchFamily="34" charset="0"/>
                <a:ea typeface="字魂59号-创粗黑" panose="00000500000000000000" charset="-122"/>
                <a:cs typeface="Arial" panose="020B0604020202020204" pitchFamily="34" charset="0"/>
              </a:rPr>
              <a:t>应用前景</a:t>
            </a:r>
            <a:r>
              <a:rPr lang="en-US" altLang="zh-CN" sz="1600" dirty="0">
                <a:latin typeface="Arial" panose="020B0604020202020204" pitchFamily="34" charset="0"/>
                <a:ea typeface="字魂59号-创粗黑" panose="00000500000000000000" charset="-122"/>
                <a:cs typeface="Arial" panose="020B0604020202020204" pitchFamily="34" charset="0"/>
              </a:rPr>
              <a:t>2</a:t>
            </a:r>
            <a:endParaRPr lang="zh-CN" altLang="en-US" sz="2000" dirty="0">
              <a:latin typeface="Arial" panose="020B0604020202020204" pitchFamily="34" charset="0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2924710" y="4835600"/>
            <a:ext cx="557773" cy="557773"/>
            <a:chOff x="2001385" y="2278743"/>
            <a:chExt cx="557773" cy="557773"/>
          </a:xfrm>
        </p:grpSpPr>
        <p:sp>
          <p:nvSpPr>
            <p:cNvPr id="70" name="椭圆 69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  <p:cNvSpPr/>
            <p:nvPr/>
          </p:nvSpPr>
          <p:spPr>
            <a:xfrm>
              <a:off x="2001385" y="2278743"/>
              <a:ext cx="557773" cy="557773"/>
            </a:xfrm>
            <a:prstGeom prst="ellipse">
              <a:avLst/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椭圆 70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  <p:cNvSpPr/>
            <p:nvPr/>
          </p:nvSpPr>
          <p:spPr>
            <a:xfrm>
              <a:off x="2076313" y="2356153"/>
              <a:ext cx="398116" cy="3981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1F4970"/>
                  </a:solidFill>
                  <a:latin typeface="字魂59号-创粗黑" panose="00000500000000000000" charset="-122"/>
                </a:rPr>
                <a:t>4</a:t>
              </a:r>
              <a:endParaRPr lang="zh-CN" altLang="en-US" dirty="0">
                <a:solidFill>
                  <a:srgbClr val="1F4970"/>
                </a:solidFill>
                <a:latin typeface="字魂59号-创粗黑" panose="00000500000000000000" charset="-122"/>
              </a:endParaRPr>
            </a:p>
          </p:txBody>
        </p:sp>
      </p:grpSp>
      <p:sp>
        <p:nvSpPr>
          <p:cNvPr id="72" name="文本框 71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<p:cNvSpPr txBox="1"/>
          <p:nvPr/>
        </p:nvSpPr>
        <p:spPr>
          <a:xfrm>
            <a:off x="2468925" y="5467940"/>
            <a:ext cx="1354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Arial" panose="020B0604020202020204" pitchFamily="34" charset="0"/>
                <a:ea typeface="字魂59号-创粗黑" panose="00000500000000000000" charset="-122"/>
                <a:cs typeface="Arial" panose="020B0604020202020204" pitchFamily="34" charset="0"/>
              </a:rPr>
              <a:t>应用前景</a:t>
            </a:r>
            <a:r>
              <a:rPr lang="en-US" altLang="zh-CN" sz="1600" dirty="0">
                <a:latin typeface="Arial" panose="020B0604020202020204" pitchFamily="34" charset="0"/>
                <a:ea typeface="字魂59号-创粗黑" panose="00000500000000000000" charset="-122"/>
                <a:cs typeface="Arial" panose="020B0604020202020204" pitchFamily="34" charset="0"/>
              </a:rPr>
              <a:t>4</a:t>
            </a:r>
            <a:endParaRPr lang="zh-CN" altLang="en-US" sz="2000" dirty="0">
              <a:latin typeface="Arial" panose="020B0604020202020204" pitchFamily="34" charset="0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4468192" y="4835600"/>
            <a:ext cx="557773" cy="557773"/>
            <a:chOff x="2001385" y="2278743"/>
            <a:chExt cx="557773" cy="557773"/>
          </a:xfrm>
        </p:grpSpPr>
        <p:sp>
          <p:nvSpPr>
            <p:cNvPr id="74" name="椭圆 73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  <p:cNvSpPr/>
            <p:nvPr/>
          </p:nvSpPr>
          <p:spPr>
            <a:xfrm>
              <a:off x="2001385" y="2278743"/>
              <a:ext cx="557773" cy="557773"/>
            </a:xfrm>
            <a:prstGeom prst="ellipse">
              <a:avLst/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  <p:cNvSpPr/>
            <p:nvPr/>
          </p:nvSpPr>
          <p:spPr>
            <a:xfrm>
              <a:off x="2076313" y="2356153"/>
              <a:ext cx="398116" cy="3981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1F4970"/>
                  </a:solidFill>
                  <a:latin typeface="字魂59号-创粗黑" panose="00000500000000000000" charset="-122"/>
                </a:rPr>
                <a:t>5</a:t>
              </a:r>
              <a:endParaRPr lang="zh-CN" altLang="en-US" dirty="0">
                <a:solidFill>
                  <a:srgbClr val="1F4970"/>
                </a:solidFill>
                <a:latin typeface="字魂59号-创粗黑" panose="00000500000000000000" charset="-122"/>
              </a:endParaRPr>
            </a:p>
          </p:txBody>
        </p:sp>
      </p:grpSp>
      <p:sp>
        <p:nvSpPr>
          <p:cNvPr id="76" name="文本框 75" descr="e7d195523061f1c0c1615b9df1bbdd2bfe6b1bbcaa762e9c9C6BA35F1A0C78CCDA02105FA2A3ED6FA48AA51DC85BCBAE83D32A89F2476AA5CBA224009A8F92CE7B9F49B81DAA96632FF23A8464D06BF0DF34799BD585CFE894CD84F4FAE73368B605CDADDC0AA51443A5457A28150A2A396E5AE7FC49908065E680ABC1A146D295616F788E928EE4"/>
          <p:cNvSpPr txBox="1"/>
          <p:nvPr/>
        </p:nvSpPr>
        <p:spPr>
          <a:xfrm>
            <a:off x="4012407" y="5467940"/>
            <a:ext cx="1354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Arial" panose="020B0604020202020204" pitchFamily="34" charset="0"/>
                <a:ea typeface="字魂59号-创粗黑" panose="00000500000000000000" charset="-122"/>
                <a:cs typeface="Arial" panose="020B0604020202020204" pitchFamily="34" charset="0"/>
              </a:rPr>
              <a:t>应用前景</a:t>
            </a:r>
            <a:r>
              <a:rPr lang="en-US" altLang="zh-CN" sz="1600" dirty="0">
                <a:latin typeface="Arial" panose="020B0604020202020204" pitchFamily="34" charset="0"/>
                <a:ea typeface="字魂59号-创粗黑" panose="00000500000000000000" charset="-122"/>
                <a:cs typeface="Arial" panose="020B0604020202020204" pitchFamily="34" charset="0"/>
              </a:rPr>
              <a:t>4</a:t>
            </a:r>
            <a:endParaRPr lang="zh-CN" altLang="en-US" sz="2000" dirty="0">
              <a:latin typeface="Arial" panose="020B0604020202020204" pitchFamily="34" charset="0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500"/>
                            </p:stCondLst>
                            <p:childTnLst>
                              <p:par>
                                <p:cTn id="4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3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40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500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6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0" grpId="0"/>
      <p:bldP spid="41" grpId="0" animBg="1"/>
      <p:bldP spid="48" grpId="0" animBg="1"/>
      <p:bldP spid="49" grpId="0"/>
      <p:bldP spid="43" grpId="0"/>
      <p:bldP spid="64" grpId="0"/>
      <p:bldP spid="68" grpId="0"/>
      <p:bldP spid="72" grpId="0"/>
      <p:bldP spid="7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1"/>
            </p:custDataLst>
          </p:nvPr>
        </p:nvSpPr>
        <p:spPr>
          <a:xfrm>
            <a:off x="6772755" y="1272737"/>
            <a:ext cx="40556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课题研究方法</a:t>
            </a:r>
            <a:endParaRPr lang="zh-CN" altLang="en-US" sz="66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PA_文本框 4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2"/>
            </p:custDataLst>
          </p:nvPr>
        </p:nvSpPr>
        <p:spPr>
          <a:xfrm>
            <a:off x="6096000" y="3211729"/>
            <a:ext cx="550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pc="120">
                <a:solidFill>
                  <a:srgbClr val="2A3A4A"/>
                </a:solidFill>
                <a:latin typeface="Tw Cen MT" panose="020B0602020104020603" pitchFamily="34" charset="0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>
                <a:latin typeface="字魂59号-创粗黑" panose="00000500000000000000" charset="-122"/>
                <a:ea typeface="字魂59号-创粗黑" panose="00000500000000000000" charset="-122"/>
              </a:rPr>
              <a:t>Guo </a:t>
            </a:r>
            <a:r>
              <a:rPr lang="en-US" altLang="zh-CN" dirty="0" err="1">
                <a:latin typeface="字魂59号-创粗黑" panose="00000500000000000000" charset="-122"/>
                <a:ea typeface="字魂59号-创粗黑" panose="00000500000000000000" charset="-122"/>
              </a:rPr>
              <a:t>Nei</a:t>
            </a:r>
            <a:r>
              <a:rPr lang="en-US" altLang="zh-CN" dirty="0">
                <a:latin typeface="字魂59号-创粗黑" panose="00000500000000000000" charset="-122"/>
                <a:ea typeface="字魂59号-创粗黑" panose="00000500000000000000" charset="-122"/>
              </a:rPr>
              <a:t> Wai De Yan Jiu Xian Zhuang</a:t>
            </a:r>
            <a:endParaRPr lang="zh-CN" altLang="en-US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773692" y="174427"/>
            <a:ext cx="542759" cy="1163339"/>
            <a:chOff x="6399701" y="177188"/>
            <a:chExt cx="542759" cy="1163339"/>
          </a:xfrm>
          <a:solidFill>
            <a:srgbClr val="1A3F6C"/>
          </a:solidFill>
        </p:grpSpPr>
        <p:sp>
          <p:nvSpPr>
            <p:cNvPr id="5" name="直角三角形 4"/>
            <p:cNvSpPr/>
            <p:nvPr/>
          </p:nvSpPr>
          <p:spPr>
            <a:xfrm>
              <a:off x="6883579" y="177188"/>
              <a:ext cx="58881" cy="62429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6" name="五边形 8"/>
            <p:cNvSpPr/>
            <p:nvPr/>
          </p:nvSpPr>
          <p:spPr>
            <a:xfrm rot="5400000">
              <a:off x="6063639" y="516004"/>
              <a:ext cx="1160585" cy="488462"/>
            </a:xfrm>
            <a:prstGeom prst="homePlate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2526617" y="234944"/>
            <a:ext cx="1506106" cy="63824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5400" dirty="0">
              <a:latin typeface="Eras Bold ITC" panose="020B0907030504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35241" y="1337767"/>
            <a:ext cx="1088857" cy="431105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8000" dirty="0">
                <a:latin typeface="字魂59号-创粗黑" panose="00000500000000000000" charset="-122"/>
                <a:ea typeface="字魂59号-创粗黑" panose="00000500000000000000" charset="-122"/>
              </a:rPr>
              <a:t>第四部分</a:t>
            </a:r>
            <a:endParaRPr lang="zh-CN" altLang="en-US" sz="80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6974114" y="4281546"/>
            <a:ext cx="1879600" cy="428171"/>
            <a:chOff x="6974114" y="4209143"/>
            <a:chExt cx="3854316" cy="428171"/>
          </a:xfrm>
        </p:grpSpPr>
        <p:sp>
          <p:nvSpPr>
            <p:cNvPr id="26" name="矩形: 圆角 25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研究计划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042400" y="4281546"/>
            <a:ext cx="1836830" cy="428171"/>
            <a:chOff x="6974114" y="4209143"/>
            <a:chExt cx="3854316" cy="428171"/>
          </a:xfrm>
        </p:grpSpPr>
        <p:sp>
          <p:nvSpPr>
            <p:cNvPr id="29" name="矩形: 圆角 28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问题与对策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974114" y="4793122"/>
            <a:ext cx="1879600" cy="428171"/>
            <a:chOff x="6974114" y="4209143"/>
            <a:chExt cx="3854316" cy="428171"/>
          </a:xfrm>
        </p:grpSpPr>
        <p:sp>
          <p:nvSpPr>
            <p:cNvPr id="32" name="矩形: 圆角 31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研究思路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042400" y="4797642"/>
            <a:ext cx="1836830" cy="428171"/>
            <a:chOff x="6974114" y="4209143"/>
            <a:chExt cx="3854316" cy="428171"/>
          </a:xfrm>
        </p:grpSpPr>
        <p:sp>
          <p:nvSpPr>
            <p:cNvPr id="35" name="矩形: 圆角 34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可行性报告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974114" y="5304698"/>
            <a:ext cx="1879600" cy="428171"/>
            <a:chOff x="6974114" y="4209143"/>
            <a:chExt cx="3854316" cy="428171"/>
          </a:xfrm>
        </p:grpSpPr>
        <p:sp>
          <p:nvSpPr>
            <p:cNvPr id="38" name="矩形: 圆角 37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研究方法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4173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研究计划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68488" y="919539"/>
            <a:ext cx="192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Yan Jiu Ji Hua</a:t>
            </a:r>
            <a:endParaRPr lang="zh-CN" altLang="en-US" spc="120" dirty="0">
              <a:solidFill>
                <a:srgbClr val="2A3A4A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4" name="Group 64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GrpSpPr/>
          <p:nvPr/>
        </p:nvGrpSpPr>
        <p:grpSpPr>
          <a:xfrm>
            <a:off x="1461022" y="2100603"/>
            <a:ext cx="3200400" cy="3200400"/>
            <a:chOff x="2120037" y="1813024"/>
            <a:chExt cx="3200400" cy="3200400"/>
          </a:xfrm>
        </p:grpSpPr>
        <p:sp>
          <p:nvSpPr>
            <p:cNvPr id="5" name="Oval 65"/>
            <p:cNvSpPr/>
            <p:nvPr/>
          </p:nvSpPr>
          <p:spPr>
            <a:xfrm>
              <a:off x="2120037" y="1813024"/>
              <a:ext cx="3200400" cy="3200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>
                <a:rot lat="21411042" lon="19295145" rev="1707650"/>
              </a:camera>
              <a:lightRig rig="twoPt" dir="t"/>
            </a:scene3d>
            <a:sp3d prstMaterial="clear">
              <a:bevelT w="0" h="2032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66"/>
            <p:cNvGrpSpPr/>
            <p:nvPr/>
          </p:nvGrpSpPr>
          <p:grpSpPr>
            <a:xfrm>
              <a:off x="2408361" y="2101348"/>
              <a:ext cx="2623751" cy="2623751"/>
              <a:chOff x="3213100" y="2070100"/>
              <a:chExt cx="2514600" cy="2514600"/>
            </a:xfrm>
            <a:scene3d>
              <a:camera prst="orthographicFront">
                <a:rot lat="21411042" lon="19295145" rev="1707650"/>
              </a:camera>
              <a:lightRig rig="twoPt" dir="t"/>
            </a:scene3d>
          </p:grpSpPr>
          <p:sp>
            <p:nvSpPr>
              <p:cNvPr id="7" name="Oval 67"/>
              <p:cNvSpPr/>
              <p:nvPr/>
            </p:nvSpPr>
            <p:spPr>
              <a:xfrm>
                <a:off x="4143580" y="2982081"/>
                <a:ext cx="660400" cy="660400"/>
              </a:xfrm>
              <a:prstGeom prst="ellipse">
                <a:avLst/>
              </a:prstGeom>
              <a:solidFill>
                <a:schemeClr val="accent4"/>
              </a:solidFill>
              <a:ln w="17462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68"/>
              <p:cNvSpPr/>
              <p:nvPr/>
            </p:nvSpPr>
            <p:spPr>
              <a:xfrm>
                <a:off x="3213100" y="2070100"/>
                <a:ext cx="2514600" cy="2514600"/>
              </a:xfrm>
              <a:prstGeom prst="ellipse">
                <a:avLst/>
              </a:prstGeom>
              <a:noFill/>
              <a:ln w="1746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69"/>
              <p:cNvSpPr/>
              <p:nvPr/>
            </p:nvSpPr>
            <p:spPr>
              <a:xfrm>
                <a:off x="3648280" y="2486781"/>
                <a:ext cx="1651000" cy="1651000"/>
              </a:xfrm>
              <a:prstGeom prst="ellipse">
                <a:avLst/>
              </a:prstGeom>
              <a:noFill/>
              <a:ln w="1746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" name="Group 79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GrpSpPr/>
          <p:nvPr/>
        </p:nvGrpSpPr>
        <p:grpSpPr>
          <a:xfrm>
            <a:off x="3061223" y="2279941"/>
            <a:ext cx="2541416" cy="1420861"/>
            <a:chOff x="2055648" y="2407686"/>
            <a:chExt cx="2541416" cy="1420861"/>
          </a:xfrm>
          <a:solidFill>
            <a:schemeClr val="accent1"/>
          </a:solidFill>
        </p:grpSpPr>
        <p:sp>
          <p:nvSpPr>
            <p:cNvPr id="11" name="Freeform 81"/>
            <p:cNvSpPr/>
            <p:nvPr/>
          </p:nvSpPr>
          <p:spPr>
            <a:xfrm rot="3976073" flipH="1">
              <a:off x="3826702" y="2477922"/>
              <a:ext cx="840598" cy="700126"/>
            </a:xfrm>
            <a:custGeom>
              <a:avLst/>
              <a:gdLst>
                <a:gd name="connsiteX0" fmla="*/ 0 w 944217"/>
                <a:gd name="connsiteY0" fmla="*/ 795130 h 795130"/>
                <a:gd name="connsiteX1" fmla="*/ 675860 w 944217"/>
                <a:gd name="connsiteY1" fmla="*/ 616226 h 795130"/>
                <a:gd name="connsiteX2" fmla="*/ 944217 w 944217"/>
                <a:gd name="connsiteY2" fmla="*/ 268356 h 795130"/>
                <a:gd name="connsiteX3" fmla="*/ 775252 w 944217"/>
                <a:gd name="connsiteY3" fmla="*/ 208721 h 795130"/>
                <a:gd name="connsiteX4" fmla="*/ 725556 w 944217"/>
                <a:gd name="connsiteY4" fmla="*/ 0 h 795130"/>
                <a:gd name="connsiteX5" fmla="*/ 129208 w 944217"/>
                <a:gd name="connsiteY5" fmla="*/ 347869 h 795130"/>
                <a:gd name="connsiteX6" fmla="*/ 0 w 944217"/>
                <a:gd name="connsiteY6" fmla="*/ 795130 h 795130"/>
                <a:gd name="connsiteX0-1" fmla="*/ 35463 w 979680"/>
                <a:gd name="connsiteY0-2" fmla="*/ 795130 h 803934"/>
                <a:gd name="connsiteX1-3" fmla="*/ 711323 w 979680"/>
                <a:gd name="connsiteY1-4" fmla="*/ 616226 h 803934"/>
                <a:gd name="connsiteX2-5" fmla="*/ 979680 w 979680"/>
                <a:gd name="connsiteY2-6" fmla="*/ 268356 h 803934"/>
                <a:gd name="connsiteX3-7" fmla="*/ 810715 w 979680"/>
                <a:gd name="connsiteY3-8" fmla="*/ 208721 h 803934"/>
                <a:gd name="connsiteX4-9" fmla="*/ 761019 w 979680"/>
                <a:gd name="connsiteY4-10" fmla="*/ 0 h 803934"/>
                <a:gd name="connsiteX5-11" fmla="*/ 164671 w 979680"/>
                <a:gd name="connsiteY5-12" fmla="*/ 347869 h 803934"/>
                <a:gd name="connsiteX6-13" fmla="*/ 35463 w 979680"/>
                <a:gd name="connsiteY6-14" fmla="*/ 795130 h 803934"/>
                <a:gd name="connsiteX0-15" fmla="*/ 35463 w 979680"/>
                <a:gd name="connsiteY0-16" fmla="*/ 795130 h 797881"/>
                <a:gd name="connsiteX1-17" fmla="*/ 711323 w 979680"/>
                <a:gd name="connsiteY1-18" fmla="*/ 616226 h 797881"/>
                <a:gd name="connsiteX2-19" fmla="*/ 979680 w 979680"/>
                <a:gd name="connsiteY2-20" fmla="*/ 268356 h 797881"/>
                <a:gd name="connsiteX3-21" fmla="*/ 810715 w 979680"/>
                <a:gd name="connsiteY3-22" fmla="*/ 208721 h 797881"/>
                <a:gd name="connsiteX4-23" fmla="*/ 761019 w 979680"/>
                <a:gd name="connsiteY4-24" fmla="*/ 0 h 797881"/>
                <a:gd name="connsiteX5-25" fmla="*/ 164671 w 979680"/>
                <a:gd name="connsiteY5-26" fmla="*/ 347869 h 797881"/>
                <a:gd name="connsiteX6-27" fmla="*/ 35463 w 979680"/>
                <a:gd name="connsiteY6-28" fmla="*/ 795130 h 797881"/>
                <a:gd name="connsiteX0-29" fmla="*/ 35463 w 979680"/>
                <a:gd name="connsiteY0-30" fmla="*/ 795130 h 797229"/>
                <a:gd name="connsiteX1-31" fmla="*/ 720467 w 979680"/>
                <a:gd name="connsiteY1-32" fmla="*/ 575078 h 797229"/>
                <a:gd name="connsiteX2-33" fmla="*/ 979680 w 979680"/>
                <a:gd name="connsiteY2-34" fmla="*/ 268356 h 797229"/>
                <a:gd name="connsiteX3-35" fmla="*/ 810715 w 979680"/>
                <a:gd name="connsiteY3-36" fmla="*/ 208721 h 797229"/>
                <a:gd name="connsiteX4-37" fmla="*/ 761019 w 979680"/>
                <a:gd name="connsiteY4-38" fmla="*/ 0 h 797229"/>
                <a:gd name="connsiteX5-39" fmla="*/ 164671 w 979680"/>
                <a:gd name="connsiteY5-40" fmla="*/ 347869 h 797229"/>
                <a:gd name="connsiteX6-41" fmla="*/ 35463 w 979680"/>
                <a:gd name="connsiteY6-42" fmla="*/ 795130 h 797229"/>
                <a:gd name="connsiteX0-43" fmla="*/ 35463 w 997968"/>
                <a:gd name="connsiteY0-44" fmla="*/ 795130 h 797229"/>
                <a:gd name="connsiteX1-45" fmla="*/ 720467 w 997968"/>
                <a:gd name="connsiteY1-46" fmla="*/ 575078 h 797229"/>
                <a:gd name="connsiteX2-47" fmla="*/ 997968 w 997968"/>
                <a:gd name="connsiteY2-48" fmla="*/ 323220 h 797229"/>
                <a:gd name="connsiteX3-49" fmla="*/ 810715 w 997968"/>
                <a:gd name="connsiteY3-50" fmla="*/ 208721 h 797229"/>
                <a:gd name="connsiteX4-51" fmla="*/ 761019 w 997968"/>
                <a:gd name="connsiteY4-52" fmla="*/ 0 h 797229"/>
                <a:gd name="connsiteX5-53" fmla="*/ 164671 w 997968"/>
                <a:gd name="connsiteY5-54" fmla="*/ 347869 h 797229"/>
                <a:gd name="connsiteX6-55" fmla="*/ 35463 w 997968"/>
                <a:gd name="connsiteY6-56" fmla="*/ 795130 h 797229"/>
                <a:gd name="connsiteX0-57" fmla="*/ 35463 w 1018997"/>
                <a:gd name="connsiteY0-58" fmla="*/ 795130 h 797229"/>
                <a:gd name="connsiteX1-59" fmla="*/ 720467 w 1018997"/>
                <a:gd name="connsiteY1-60" fmla="*/ 575078 h 797229"/>
                <a:gd name="connsiteX2-61" fmla="*/ 997968 w 1018997"/>
                <a:gd name="connsiteY2-62" fmla="*/ 323220 h 797229"/>
                <a:gd name="connsiteX3-63" fmla="*/ 810715 w 1018997"/>
                <a:gd name="connsiteY3-64" fmla="*/ 208721 h 797229"/>
                <a:gd name="connsiteX4-65" fmla="*/ 761019 w 1018997"/>
                <a:gd name="connsiteY4-66" fmla="*/ 0 h 797229"/>
                <a:gd name="connsiteX5-67" fmla="*/ 164671 w 1018997"/>
                <a:gd name="connsiteY5-68" fmla="*/ 347869 h 797229"/>
                <a:gd name="connsiteX6-69" fmla="*/ 35463 w 1018997"/>
                <a:gd name="connsiteY6-70" fmla="*/ 795130 h 797229"/>
                <a:gd name="connsiteX0-71" fmla="*/ 35463 w 998214"/>
                <a:gd name="connsiteY0-72" fmla="*/ 795130 h 797229"/>
                <a:gd name="connsiteX1-73" fmla="*/ 720467 w 998214"/>
                <a:gd name="connsiteY1-74" fmla="*/ 575078 h 797229"/>
                <a:gd name="connsiteX2-75" fmla="*/ 997968 w 998214"/>
                <a:gd name="connsiteY2-76" fmla="*/ 323220 h 797229"/>
                <a:gd name="connsiteX3-77" fmla="*/ 810715 w 998214"/>
                <a:gd name="connsiteY3-78" fmla="*/ 208721 h 797229"/>
                <a:gd name="connsiteX4-79" fmla="*/ 761019 w 998214"/>
                <a:gd name="connsiteY4-80" fmla="*/ 0 h 797229"/>
                <a:gd name="connsiteX5-81" fmla="*/ 164671 w 998214"/>
                <a:gd name="connsiteY5-82" fmla="*/ 347869 h 797229"/>
                <a:gd name="connsiteX6-83" fmla="*/ 35463 w 998214"/>
                <a:gd name="connsiteY6-84" fmla="*/ 795130 h 797229"/>
                <a:gd name="connsiteX0-85" fmla="*/ 35463 w 998214"/>
                <a:gd name="connsiteY0-86" fmla="*/ 795130 h 797229"/>
                <a:gd name="connsiteX1-87" fmla="*/ 720467 w 998214"/>
                <a:gd name="connsiteY1-88" fmla="*/ 575078 h 797229"/>
                <a:gd name="connsiteX2-89" fmla="*/ 997968 w 998214"/>
                <a:gd name="connsiteY2-90" fmla="*/ 309504 h 797229"/>
                <a:gd name="connsiteX3-91" fmla="*/ 810715 w 998214"/>
                <a:gd name="connsiteY3-92" fmla="*/ 208721 h 797229"/>
                <a:gd name="connsiteX4-93" fmla="*/ 761019 w 998214"/>
                <a:gd name="connsiteY4-94" fmla="*/ 0 h 797229"/>
                <a:gd name="connsiteX5-95" fmla="*/ 164671 w 998214"/>
                <a:gd name="connsiteY5-96" fmla="*/ 347869 h 797229"/>
                <a:gd name="connsiteX6-97" fmla="*/ 35463 w 998214"/>
                <a:gd name="connsiteY6-98" fmla="*/ 795130 h 797229"/>
                <a:gd name="connsiteX0-99" fmla="*/ 35463 w 998214"/>
                <a:gd name="connsiteY0-100" fmla="*/ 805908 h 808007"/>
                <a:gd name="connsiteX1-101" fmla="*/ 720467 w 998214"/>
                <a:gd name="connsiteY1-102" fmla="*/ 585856 h 808007"/>
                <a:gd name="connsiteX2-103" fmla="*/ 997968 w 998214"/>
                <a:gd name="connsiteY2-104" fmla="*/ 320282 h 808007"/>
                <a:gd name="connsiteX3-105" fmla="*/ 810715 w 998214"/>
                <a:gd name="connsiteY3-106" fmla="*/ 219499 h 808007"/>
                <a:gd name="connsiteX4-107" fmla="*/ 761019 w 998214"/>
                <a:gd name="connsiteY4-108" fmla="*/ 10778 h 808007"/>
                <a:gd name="connsiteX5-109" fmla="*/ 164671 w 998214"/>
                <a:gd name="connsiteY5-110" fmla="*/ 358647 h 808007"/>
                <a:gd name="connsiteX6-111" fmla="*/ 35463 w 998214"/>
                <a:gd name="connsiteY6-112" fmla="*/ 805908 h 808007"/>
                <a:gd name="connsiteX0-113" fmla="*/ 35463 w 998214"/>
                <a:gd name="connsiteY0-114" fmla="*/ 814871 h 816970"/>
                <a:gd name="connsiteX1-115" fmla="*/ 720467 w 998214"/>
                <a:gd name="connsiteY1-116" fmla="*/ 594819 h 816970"/>
                <a:gd name="connsiteX2-117" fmla="*/ 997968 w 998214"/>
                <a:gd name="connsiteY2-118" fmla="*/ 329245 h 816970"/>
                <a:gd name="connsiteX3-119" fmla="*/ 810715 w 998214"/>
                <a:gd name="connsiteY3-120" fmla="*/ 228462 h 816970"/>
                <a:gd name="connsiteX4-121" fmla="*/ 761019 w 998214"/>
                <a:gd name="connsiteY4-122" fmla="*/ 19741 h 816970"/>
                <a:gd name="connsiteX5-123" fmla="*/ 164671 w 998214"/>
                <a:gd name="connsiteY5-124" fmla="*/ 367610 h 816970"/>
                <a:gd name="connsiteX6-125" fmla="*/ 35463 w 998214"/>
                <a:gd name="connsiteY6-126" fmla="*/ 814871 h 816970"/>
                <a:gd name="connsiteX0-127" fmla="*/ 35463 w 998393"/>
                <a:gd name="connsiteY0-128" fmla="*/ 797572 h 799671"/>
                <a:gd name="connsiteX1-129" fmla="*/ 720467 w 998393"/>
                <a:gd name="connsiteY1-130" fmla="*/ 577520 h 799671"/>
                <a:gd name="connsiteX2-131" fmla="*/ 997968 w 998393"/>
                <a:gd name="connsiteY2-132" fmla="*/ 311946 h 799671"/>
                <a:gd name="connsiteX3-133" fmla="*/ 783283 w 998393"/>
                <a:gd name="connsiteY3-134" fmla="*/ 206591 h 799671"/>
                <a:gd name="connsiteX4-135" fmla="*/ 761019 w 998393"/>
                <a:gd name="connsiteY4-136" fmla="*/ 2442 h 799671"/>
                <a:gd name="connsiteX5-137" fmla="*/ 164671 w 998393"/>
                <a:gd name="connsiteY5-138" fmla="*/ 350311 h 799671"/>
                <a:gd name="connsiteX6-139" fmla="*/ 35463 w 998393"/>
                <a:gd name="connsiteY6-140" fmla="*/ 797572 h 799671"/>
                <a:gd name="connsiteX0-141" fmla="*/ 22345 w 985275"/>
                <a:gd name="connsiteY0-142" fmla="*/ 795720 h 797819"/>
                <a:gd name="connsiteX1-143" fmla="*/ 707349 w 985275"/>
                <a:gd name="connsiteY1-144" fmla="*/ 575668 h 797819"/>
                <a:gd name="connsiteX2-145" fmla="*/ 984850 w 985275"/>
                <a:gd name="connsiteY2-146" fmla="*/ 310094 h 797819"/>
                <a:gd name="connsiteX3-147" fmla="*/ 770165 w 985275"/>
                <a:gd name="connsiteY3-148" fmla="*/ 204739 h 797819"/>
                <a:gd name="connsiteX4-149" fmla="*/ 747901 w 985275"/>
                <a:gd name="connsiteY4-150" fmla="*/ 590 h 797819"/>
                <a:gd name="connsiteX5-151" fmla="*/ 261281 w 985275"/>
                <a:gd name="connsiteY5-152" fmla="*/ 270735 h 797819"/>
                <a:gd name="connsiteX6-153" fmla="*/ 22345 w 985275"/>
                <a:gd name="connsiteY6-154" fmla="*/ 795720 h 797819"/>
                <a:gd name="connsiteX0-155" fmla="*/ 22345 w 985275"/>
                <a:gd name="connsiteY0-156" fmla="*/ 818503 h 820602"/>
                <a:gd name="connsiteX1-157" fmla="*/ 707349 w 985275"/>
                <a:gd name="connsiteY1-158" fmla="*/ 598451 h 820602"/>
                <a:gd name="connsiteX2-159" fmla="*/ 984850 w 985275"/>
                <a:gd name="connsiteY2-160" fmla="*/ 332877 h 820602"/>
                <a:gd name="connsiteX3-161" fmla="*/ 770165 w 985275"/>
                <a:gd name="connsiteY3-162" fmla="*/ 227522 h 820602"/>
                <a:gd name="connsiteX4-163" fmla="*/ 706753 w 985275"/>
                <a:gd name="connsiteY4-164" fmla="*/ 513 h 820602"/>
                <a:gd name="connsiteX5-165" fmla="*/ 261281 w 985275"/>
                <a:gd name="connsiteY5-166" fmla="*/ 293518 h 820602"/>
                <a:gd name="connsiteX6-167" fmla="*/ 22345 w 985275"/>
                <a:gd name="connsiteY6-168" fmla="*/ 818503 h 820602"/>
                <a:gd name="connsiteX0-169" fmla="*/ 22345 w 980714"/>
                <a:gd name="connsiteY0-170" fmla="*/ 818503 h 820602"/>
                <a:gd name="connsiteX1-171" fmla="*/ 707349 w 980714"/>
                <a:gd name="connsiteY1-172" fmla="*/ 598451 h 820602"/>
                <a:gd name="connsiteX2-173" fmla="*/ 980278 w 980714"/>
                <a:gd name="connsiteY2-174" fmla="*/ 319161 h 820602"/>
                <a:gd name="connsiteX3-175" fmla="*/ 770165 w 980714"/>
                <a:gd name="connsiteY3-176" fmla="*/ 227522 h 820602"/>
                <a:gd name="connsiteX4-177" fmla="*/ 706753 w 980714"/>
                <a:gd name="connsiteY4-178" fmla="*/ 513 h 820602"/>
                <a:gd name="connsiteX5-179" fmla="*/ 261281 w 980714"/>
                <a:gd name="connsiteY5-180" fmla="*/ 293518 h 820602"/>
                <a:gd name="connsiteX6-181" fmla="*/ 22345 w 980714"/>
                <a:gd name="connsiteY6-182" fmla="*/ 818503 h 820602"/>
                <a:gd name="connsiteX0-183" fmla="*/ 22345 w 982540"/>
                <a:gd name="connsiteY0-184" fmla="*/ 818503 h 820602"/>
                <a:gd name="connsiteX1-185" fmla="*/ 707349 w 982540"/>
                <a:gd name="connsiteY1-186" fmla="*/ 598451 h 820602"/>
                <a:gd name="connsiteX2-187" fmla="*/ 980278 w 982540"/>
                <a:gd name="connsiteY2-188" fmla="*/ 319161 h 820602"/>
                <a:gd name="connsiteX3-189" fmla="*/ 770165 w 982540"/>
                <a:gd name="connsiteY3-190" fmla="*/ 227522 h 820602"/>
                <a:gd name="connsiteX4-191" fmla="*/ 706753 w 982540"/>
                <a:gd name="connsiteY4-192" fmla="*/ 513 h 820602"/>
                <a:gd name="connsiteX5-193" fmla="*/ 261281 w 982540"/>
                <a:gd name="connsiteY5-194" fmla="*/ 293518 h 820602"/>
                <a:gd name="connsiteX6-195" fmla="*/ 22345 w 982540"/>
                <a:gd name="connsiteY6-196" fmla="*/ 818503 h 820602"/>
                <a:gd name="connsiteX0-197" fmla="*/ 1 w 960196"/>
                <a:gd name="connsiteY0-198" fmla="*/ 818503 h 820602"/>
                <a:gd name="connsiteX1-199" fmla="*/ 685005 w 960196"/>
                <a:gd name="connsiteY1-200" fmla="*/ 598451 h 820602"/>
                <a:gd name="connsiteX2-201" fmla="*/ 957934 w 960196"/>
                <a:gd name="connsiteY2-202" fmla="*/ 319161 h 820602"/>
                <a:gd name="connsiteX3-203" fmla="*/ 747821 w 960196"/>
                <a:gd name="connsiteY3-204" fmla="*/ 227522 h 820602"/>
                <a:gd name="connsiteX4-205" fmla="*/ 684409 w 960196"/>
                <a:gd name="connsiteY4-206" fmla="*/ 513 h 820602"/>
                <a:gd name="connsiteX5-207" fmla="*/ 1 w 960196"/>
                <a:gd name="connsiteY5-208" fmla="*/ 818503 h 820602"/>
                <a:gd name="connsiteX0-209" fmla="*/ 1 w 960196"/>
                <a:gd name="connsiteY0-210" fmla="*/ 818503 h 820602"/>
                <a:gd name="connsiteX1-211" fmla="*/ 685005 w 960196"/>
                <a:gd name="connsiteY1-212" fmla="*/ 598451 h 820602"/>
                <a:gd name="connsiteX2-213" fmla="*/ 957934 w 960196"/>
                <a:gd name="connsiteY2-214" fmla="*/ 319161 h 820602"/>
                <a:gd name="connsiteX3-215" fmla="*/ 747821 w 960196"/>
                <a:gd name="connsiteY3-216" fmla="*/ 227522 h 820602"/>
                <a:gd name="connsiteX4-217" fmla="*/ 684409 w 960196"/>
                <a:gd name="connsiteY4-218" fmla="*/ 513 h 820602"/>
                <a:gd name="connsiteX5-219" fmla="*/ 1 w 960196"/>
                <a:gd name="connsiteY5-220" fmla="*/ 818503 h 820602"/>
                <a:gd name="connsiteX0-221" fmla="*/ 1 w 957934"/>
                <a:gd name="connsiteY0-222" fmla="*/ 818503 h 822807"/>
                <a:gd name="connsiteX1-223" fmla="*/ 957934 w 957934"/>
                <a:gd name="connsiteY1-224" fmla="*/ 319161 h 822807"/>
                <a:gd name="connsiteX2-225" fmla="*/ 747821 w 957934"/>
                <a:gd name="connsiteY2-226" fmla="*/ 227522 h 822807"/>
                <a:gd name="connsiteX3-227" fmla="*/ 684409 w 957934"/>
                <a:gd name="connsiteY3-228" fmla="*/ 513 h 822807"/>
                <a:gd name="connsiteX4-229" fmla="*/ 1 w 957934"/>
                <a:gd name="connsiteY4-230" fmla="*/ 818503 h 822807"/>
                <a:gd name="connsiteX0-231" fmla="*/ 0 w 1012632"/>
                <a:gd name="connsiteY0-232" fmla="*/ 800215 h 804657"/>
                <a:gd name="connsiteX1-233" fmla="*/ 980793 w 1012632"/>
                <a:gd name="connsiteY1-234" fmla="*/ 319161 h 804657"/>
                <a:gd name="connsiteX2-235" fmla="*/ 770680 w 1012632"/>
                <a:gd name="connsiteY2-236" fmla="*/ 227522 h 804657"/>
                <a:gd name="connsiteX3-237" fmla="*/ 707268 w 1012632"/>
                <a:gd name="connsiteY3-238" fmla="*/ 513 h 804657"/>
                <a:gd name="connsiteX4-239" fmla="*/ 0 w 1012632"/>
                <a:gd name="connsiteY4-240" fmla="*/ 800215 h 804657"/>
                <a:gd name="connsiteX0-241" fmla="*/ 5385 w 1018017"/>
                <a:gd name="connsiteY0-242" fmla="*/ 800215 h 804657"/>
                <a:gd name="connsiteX1-243" fmla="*/ 986178 w 1018017"/>
                <a:gd name="connsiteY1-244" fmla="*/ 319161 h 804657"/>
                <a:gd name="connsiteX2-245" fmla="*/ 776065 w 1018017"/>
                <a:gd name="connsiteY2-246" fmla="*/ 227522 h 804657"/>
                <a:gd name="connsiteX3-247" fmla="*/ 712653 w 1018017"/>
                <a:gd name="connsiteY3-248" fmla="*/ 513 h 804657"/>
                <a:gd name="connsiteX4-249" fmla="*/ 5385 w 1018017"/>
                <a:gd name="connsiteY4-250" fmla="*/ 800215 h 804657"/>
                <a:gd name="connsiteX0-251" fmla="*/ 5385 w 1018017"/>
                <a:gd name="connsiteY0-252" fmla="*/ 800215 h 820123"/>
                <a:gd name="connsiteX1-253" fmla="*/ 986178 w 1018017"/>
                <a:gd name="connsiteY1-254" fmla="*/ 319161 h 820123"/>
                <a:gd name="connsiteX2-255" fmla="*/ 776065 w 1018017"/>
                <a:gd name="connsiteY2-256" fmla="*/ 227522 h 820123"/>
                <a:gd name="connsiteX3-257" fmla="*/ 712653 w 1018017"/>
                <a:gd name="connsiteY3-258" fmla="*/ 513 h 820123"/>
                <a:gd name="connsiteX4-259" fmla="*/ 5385 w 1018017"/>
                <a:gd name="connsiteY4-260" fmla="*/ 800215 h 820123"/>
                <a:gd name="connsiteX0-261" fmla="*/ 5385 w 986178"/>
                <a:gd name="connsiteY0-262" fmla="*/ 800215 h 820123"/>
                <a:gd name="connsiteX1-263" fmla="*/ 986178 w 986178"/>
                <a:gd name="connsiteY1-264" fmla="*/ 319161 h 820123"/>
                <a:gd name="connsiteX2-265" fmla="*/ 776065 w 986178"/>
                <a:gd name="connsiteY2-266" fmla="*/ 227522 h 820123"/>
                <a:gd name="connsiteX3-267" fmla="*/ 712653 w 986178"/>
                <a:gd name="connsiteY3-268" fmla="*/ 513 h 820123"/>
                <a:gd name="connsiteX4-269" fmla="*/ 5385 w 986178"/>
                <a:gd name="connsiteY4-270" fmla="*/ 800215 h 820123"/>
                <a:gd name="connsiteX0-271" fmla="*/ 5385 w 986265"/>
                <a:gd name="connsiteY0-272" fmla="*/ 800215 h 820565"/>
                <a:gd name="connsiteX1-273" fmla="*/ 986178 w 986265"/>
                <a:gd name="connsiteY1-274" fmla="*/ 319161 h 820565"/>
                <a:gd name="connsiteX2-275" fmla="*/ 776065 w 986265"/>
                <a:gd name="connsiteY2-276" fmla="*/ 227522 h 820565"/>
                <a:gd name="connsiteX3-277" fmla="*/ 712653 w 986265"/>
                <a:gd name="connsiteY3-278" fmla="*/ 513 h 820565"/>
                <a:gd name="connsiteX4-279" fmla="*/ 5385 w 986265"/>
                <a:gd name="connsiteY4-280" fmla="*/ 800215 h 820565"/>
                <a:gd name="connsiteX0-281" fmla="*/ 5385 w 986265"/>
                <a:gd name="connsiteY0-282" fmla="*/ 800865 h 821215"/>
                <a:gd name="connsiteX1-283" fmla="*/ 986178 w 986265"/>
                <a:gd name="connsiteY1-284" fmla="*/ 319811 h 821215"/>
                <a:gd name="connsiteX2-285" fmla="*/ 776065 w 986265"/>
                <a:gd name="connsiteY2-286" fmla="*/ 228172 h 821215"/>
                <a:gd name="connsiteX3-287" fmla="*/ 712653 w 986265"/>
                <a:gd name="connsiteY3-288" fmla="*/ 1163 h 821215"/>
                <a:gd name="connsiteX4-289" fmla="*/ 5385 w 986265"/>
                <a:gd name="connsiteY4-290" fmla="*/ 800865 h 821215"/>
                <a:gd name="connsiteX0-291" fmla="*/ 5385 w 986265"/>
                <a:gd name="connsiteY0-292" fmla="*/ 800945 h 821295"/>
                <a:gd name="connsiteX1-293" fmla="*/ 986178 w 986265"/>
                <a:gd name="connsiteY1-294" fmla="*/ 319891 h 821295"/>
                <a:gd name="connsiteX2-295" fmla="*/ 767012 w 986265"/>
                <a:gd name="connsiteY2-296" fmla="*/ 216181 h 821295"/>
                <a:gd name="connsiteX3-297" fmla="*/ 712653 w 986265"/>
                <a:gd name="connsiteY3-298" fmla="*/ 1243 h 821295"/>
                <a:gd name="connsiteX4-299" fmla="*/ 5385 w 986265"/>
                <a:gd name="connsiteY4-300" fmla="*/ 800945 h 821295"/>
                <a:gd name="connsiteX0-301" fmla="*/ 5021 w 985901"/>
                <a:gd name="connsiteY0-302" fmla="*/ 800945 h 821295"/>
                <a:gd name="connsiteX1-303" fmla="*/ 985814 w 985901"/>
                <a:gd name="connsiteY1-304" fmla="*/ 319891 h 821295"/>
                <a:gd name="connsiteX2-305" fmla="*/ 766648 w 985901"/>
                <a:gd name="connsiteY2-306" fmla="*/ 216181 h 821295"/>
                <a:gd name="connsiteX3-307" fmla="*/ 712289 w 985901"/>
                <a:gd name="connsiteY3-308" fmla="*/ 1243 h 821295"/>
                <a:gd name="connsiteX4-309" fmla="*/ 5021 w 985901"/>
                <a:gd name="connsiteY4-310" fmla="*/ 800945 h 821295"/>
                <a:gd name="connsiteX0-311" fmla="*/ 5021 w 985901"/>
                <a:gd name="connsiteY0-312" fmla="*/ 800796 h 821146"/>
                <a:gd name="connsiteX1-313" fmla="*/ 985814 w 985901"/>
                <a:gd name="connsiteY1-314" fmla="*/ 319742 h 821146"/>
                <a:gd name="connsiteX2-315" fmla="*/ 775702 w 985901"/>
                <a:gd name="connsiteY2-316" fmla="*/ 240175 h 821146"/>
                <a:gd name="connsiteX3-317" fmla="*/ 712289 w 985901"/>
                <a:gd name="connsiteY3-318" fmla="*/ 1094 h 821146"/>
                <a:gd name="connsiteX4-319" fmla="*/ 5021 w 985901"/>
                <a:gd name="connsiteY4-320" fmla="*/ 800796 h 82114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85901" h="821146">
                  <a:moveTo>
                    <a:pt x="5021" y="800796"/>
                  </a:moveTo>
                  <a:cubicBezTo>
                    <a:pt x="352360" y="927056"/>
                    <a:pt x="994527" y="428907"/>
                    <a:pt x="985814" y="319742"/>
                  </a:cubicBezTo>
                  <a:cubicBezTo>
                    <a:pt x="981673" y="215149"/>
                    <a:pt x="815193" y="294045"/>
                    <a:pt x="775702" y="240175"/>
                  </a:cubicBezTo>
                  <a:cubicBezTo>
                    <a:pt x="759137" y="170601"/>
                    <a:pt x="848406" y="-15940"/>
                    <a:pt x="712289" y="1094"/>
                  </a:cubicBezTo>
                  <a:cubicBezTo>
                    <a:pt x="290201" y="169363"/>
                    <a:pt x="-45370" y="678280"/>
                    <a:pt x="5021" y="800796"/>
                  </a:cubicBezTo>
                  <a:close/>
                </a:path>
              </a:pathLst>
            </a:custGeom>
            <a:solidFill>
              <a:srgbClr val="C3262F"/>
            </a:solidFill>
            <a:ln>
              <a:noFill/>
            </a:ln>
            <a:scene3d>
              <a:camera prst="orthographicFront">
                <a:rot lat="2083209" lon="1548632" rev="18762405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80"/>
            <p:cNvSpPr/>
            <p:nvPr/>
          </p:nvSpPr>
          <p:spPr>
            <a:xfrm rot="10800000">
              <a:off x="2055648" y="3701547"/>
              <a:ext cx="101599" cy="127000"/>
            </a:xfrm>
            <a:prstGeom prst="flowChartConnector">
              <a:avLst/>
            </a:prstGeom>
            <a:solidFill>
              <a:srgbClr val="C3262F"/>
            </a:solidFill>
            <a:ln>
              <a:noFill/>
            </a:ln>
            <a:scene3d>
              <a:camera prst="orthographicFront">
                <a:rot lat="1570650" lon="2128630" rev="10331786"/>
              </a:camera>
              <a:lightRig rig="threePt" dir="t"/>
            </a:scene3d>
            <a:sp3d extrusionH="1327150" prstMaterial="flat">
              <a:bevelT w="0" h="2324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矩形 12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/>
          <p:nvPr/>
        </p:nvSpPr>
        <p:spPr>
          <a:xfrm>
            <a:off x="6529493" y="1631093"/>
            <a:ext cx="543502" cy="543502"/>
          </a:xfrm>
          <a:prstGeom prst="rect">
            <a:avLst/>
          </a:prstGeom>
          <a:solidFill>
            <a:srgbClr val="1A3F6C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CFCF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1</a:t>
            </a:r>
            <a:endParaRPr lang="zh-CN" altLang="en-US" sz="2000" b="1" dirty="0">
              <a:solidFill>
                <a:srgbClr val="FCFCF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4" name="矩形 13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/>
          <p:nvPr/>
        </p:nvSpPr>
        <p:spPr>
          <a:xfrm>
            <a:off x="6529493" y="2772113"/>
            <a:ext cx="543502" cy="543502"/>
          </a:xfrm>
          <a:prstGeom prst="rect">
            <a:avLst/>
          </a:prstGeom>
          <a:solidFill>
            <a:srgbClr val="1A3F6C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rgbClr val="FCFCF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2</a:t>
            </a:r>
            <a:endParaRPr lang="zh-CN" altLang="en-US" sz="2000" b="1">
              <a:solidFill>
                <a:srgbClr val="FCFCF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5" name="矩形 14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/>
          <p:nvPr/>
        </p:nvSpPr>
        <p:spPr>
          <a:xfrm>
            <a:off x="6529493" y="3913133"/>
            <a:ext cx="543502" cy="543502"/>
          </a:xfrm>
          <a:prstGeom prst="rect">
            <a:avLst/>
          </a:prstGeom>
          <a:solidFill>
            <a:srgbClr val="F7B53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CFCF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3</a:t>
            </a:r>
            <a:endParaRPr lang="zh-CN" altLang="en-US" sz="2000" b="1" dirty="0">
              <a:solidFill>
                <a:srgbClr val="FCFCF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6" name="矩形 15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/>
          <p:nvPr/>
        </p:nvSpPr>
        <p:spPr>
          <a:xfrm>
            <a:off x="6529493" y="5054153"/>
            <a:ext cx="543502" cy="543502"/>
          </a:xfrm>
          <a:prstGeom prst="rect">
            <a:avLst/>
          </a:prstGeom>
          <a:solidFill>
            <a:srgbClr val="F7B53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rgbClr val="FCFCF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4</a:t>
            </a:r>
            <a:endParaRPr lang="zh-CN" altLang="en-US" sz="2000" b="1">
              <a:solidFill>
                <a:srgbClr val="FCFCF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7" name="文本框 16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7134139" y="1856075"/>
            <a:ext cx="4299248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8" name="文本框 17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7134139" y="1569871"/>
            <a:ext cx="166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Arial" panose="020B0604020202020204" pitchFamily="34" charset="0"/>
              </a:rPr>
              <a:t>添加小标题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  <p:sp>
        <p:nvSpPr>
          <p:cNvPr id="19" name="文本框 18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7134139" y="2984953"/>
            <a:ext cx="4299248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0" name="文本框 19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7134139" y="2698749"/>
            <a:ext cx="166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Arial" panose="020B0604020202020204" pitchFamily="34" charset="0"/>
              </a:rPr>
              <a:t>添加小标题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  <p:sp>
        <p:nvSpPr>
          <p:cNvPr id="21" name="文本框 20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7134139" y="4101432"/>
            <a:ext cx="4299248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2" name="文本框 21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7134139" y="3815228"/>
            <a:ext cx="166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Arial" panose="020B0604020202020204" pitchFamily="34" charset="0"/>
              </a:rPr>
              <a:t>添加小标题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  <p:sp>
        <p:nvSpPr>
          <p:cNvPr id="23" name="文本框 22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7134139" y="5319449"/>
            <a:ext cx="4299248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4" name="文本框 23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7134139" y="5033245"/>
            <a:ext cx="166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Arial" panose="020B0604020202020204" pitchFamily="34" charset="0"/>
              </a:rPr>
              <a:t>添加小标题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0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9500"/>
                            </p:stCondLst>
                            <p:childTnLst>
                              <p:par>
                                <p:cTn id="7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500"/>
                            </p:stCondLst>
                            <p:childTnLst>
                              <p:par>
                                <p:cTn id="7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1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4173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问题与对策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5" name="文本框 4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626357" y="919539"/>
            <a:ext cx="220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Wen </a:t>
            </a:r>
            <a:r>
              <a:rPr lang="en-US" altLang="zh-CN" spc="120" dirty="0" err="1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Ti</a:t>
            </a: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 Yu Dui Ce</a:t>
            </a:r>
            <a:endParaRPr lang="zh-CN" altLang="en-US" spc="120" dirty="0">
              <a:solidFill>
                <a:srgbClr val="2A3A4A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36782" y="1881632"/>
            <a:ext cx="4973621" cy="4262864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bg2">
                <a:lumMod val="8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ea typeface="字魂59号-创粗黑" panose="000005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42065" y="1730504"/>
            <a:ext cx="4200402" cy="879213"/>
            <a:chOff x="1245265" y="1827568"/>
            <a:chExt cx="4200402" cy="879213"/>
          </a:xfrm>
        </p:grpSpPr>
        <p:sp>
          <p:nvSpPr>
            <p:cNvPr id="8" name="Freeform 6"/>
            <p:cNvSpPr/>
            <p:nvPr/>
          </p:nvSpPr>
          <p:spPr bwMode="auto">
            <a:xfrm>
              <a:off x="1245265" y="1827568"/>
              <a:ext cx="4200402" cy="150812"/>
            </a:xfrm>
            <a:custGeom>
              <a:avLst/>
              <a:gdLst>
                <a:gd name="T0" fmla="*/ 285 w 4236"/>
                <a:gd name="T1" fmla="*/ 0 h 186"/>
                <a:gd name="T2" fmla="*/ 3967 w 4236"/>
                <a:gd name="T3" fmla="*/ 0 h 186"/>
                <a:gd name="T4" fmla="*/ 4236 w 4236"/>
                <a:gd name="T5" fmla="*/ 186 h 186"/>
                <a:gd name="T6" fmla="*/ 0 w 4236"/>
                <a:gd name="T7" fmla="*/ 186 h 186"/>
                <a:gd name="T8" fmla="*/ 285 w 4236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6" h="186">
                  <a:moveTo>
                    <a:pt x="285" y="0"/>
                  </a:moveTo>
                  <a:lnTo>
                    <a:pt x="3967" y="0"/>
                  </a:lnTo>
                  <a:lnTo>
                    <a:pt x="4236" y="186"/>
                  </a:lnTo>
                  <a:lnTo>
                    <a:pt x="0" y="186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414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2"/>
                </a:solidFill>
                <a:ea typeface="字魂59号-创粗黑" panose="00000500000000000000" charset="-122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525808" y="1827568"/>
              <a:ext cx="3652018" cy="879213"/>
            </a:xfrm>
            <a:custGeom>
              <a:avLst/>
              <a:gdLst>
                <a:gd name="T0" fmla="*/ 0 w 3682"/>
                <a:gd name="T1" fmla="*/ 0 h 786"/>
                <a:gd name="T2" fmla="*/ 3682 w 3682"/>
                <a:gd name="T3" fmla="*/ 0 h 786"/>
                <a:gd name="T4" fmla="*/ 3682 w 3682"/>
                <a:gd name="T5" fmla="*/ 637 h 786"/>
                <a:gd name="T6" fmla="*/ 1823 w 3682"/>
                <a:gd name="T7" fmla="*/ 786 h 786"/>
                <a:gd name="T8" fmla="*/ 0 w 3682"/>
                <a:gd name="T9" fmla="*/ 637 h 786"/>
                <a:gd name="T10" fmla="*/ 0 w 3682"/>
                <a:gd name="T11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82" h="786">
                  <a:moveTo>
                    <a:pt x="0" y="0"/>
                  </a:moveTo>
                  <a:lnTo>
                    <a:pt x="3682" y="0"/>
                  </a:lnTo>
                  <a:lnTo>
                    <a:pt x="3682" y="637"/>
                  </a:lnTo>
                  <a:lnTo>
                    <a:pt x="1823" y="786"/>
                  </a:lnTo>
                  <a:lnTo>
                    <a:pt x="0" y="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ea typeface="字魂59号-创粗黑" panose="00000500000000000000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2929305" y="2013792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EFEFE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问题</a:t>
              </a:r>
              <a:endParaRPr lang="zh-CN" altLang="en-US" sz="2400" b="1" dirty="0">
                <a:solidFill>
                  <a:srgbClr val="FEFEFE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186048" y="3051350"/>
            <a:ext cx="4179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问题一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 algn="just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问题二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 algn="just"/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 algn="just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问题三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6342283" y="1881316"/>
            <a:ext cx="4973621" cy="4262864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bg2">
                <a:lumMod val="8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ea typeface="字魂59号-创粗黑" panose="00000500000000000000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647566" y="1730188"/>
            <a:ext cx="4200402" cy="879213"/>
            <a:chOff x="1245265" y="1827568"/>
            <a:chExt cx="4200402" cy="879213"/>
          </a:xfrm>
        </p:grpSpPr>
        <p:sp>
          <p:nvSpPr>
            <p:cNvPr id="14" name="Freeform 6"/>
            <p:cNvSpPr/>
            <p:nvPr/>
          </p:nvSpPr>
          <p:spPr bwMode="auto">
            <a:xfrm>
              <a:off x="1245265" y="1827568"/>
              <a:ext cx="4200402" cy="150812"/>
            </a:xfrm>
            <a:custGeom>
              <a:avLst/>
              <a:gdLst>
                <a:gd name="T0" fmla="*/ 285 w 4236"/>
                <a:gd name="T1" fmla="*/ 0 h 186"/>
                <a:gd name="T2" fmla="*/ 3967 w 4236"/>
                <a:gd name="T3" fmla="*/ 0 h 186"/>
                <a:gd name="T4" fmla="*/ 4236 w 4236"/>
                <a:gd name="T5" fmla="*/ 186 h 186"/>
                <a:gd name="T6" fmla="*/ 0 w 4236"/>
                <a:gd name="T7" fmla="*/ 186 h 186"/>
                <a:gd name="T8" fmla="*/ 285 w 4236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6" h="186">
                  <a:moveTo>
                    <a:pt x="285" y="0"/>
                  </a:moveTo>
                  <a:lnTo>
                    <a:pt x="3967" y="0"/>
                  </a:lnTo>
                  <a:lnTo>
                    <a:pt x="4236" y="186"/>
                  </a:lnTo>
                  <a:lnTo>
                    <a:pt x="0" y="186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414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2"/>
                </a:solidFill>
                <a:ea typeface="字魂59号-创粗黑" panose="00000500000000000000" charset="-122"/>
              </a:endParaRPr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1525808" y="1827568"/>
              <a:ext cx="3652018" cy="879213"/>
            </a:xfrm>
            <a:custGeom>
              <a:avLst/>
              <a:gdLst>
                <a:gd name="T0" fmla="*/ 0 w 3682"/>
                <a:gd name="T1" fmla="*/ 0 h 786"/>
                <a:gd name="T2" fmla="*/ 3682 w 3682"/>
                <a:gd name="T3" fmla="*/ 0 h 786"/>
                <a:gd name="T4" fmla="*/ 3682 w 3682"/>
                <a:gd name="T5" fmla="*/ 637 h 786"/>
                <a:gd name="T6" fmla="*/ 1823 w 3682"/>
                <a:gd name="T7" fmla="*/ 786 h 786"/>
                <a:gd name="T8" fmla="*/ 0 w 3682"/>
                <a:gd name="T9" fmla="*/ 637 h 786"/>
                <a:gd name="T10" fmla="*/ 0 w 3682"/>
                <a:gd name="T11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82" h="786">
                  <a:moveTo>
                    <a:pt x="0" y="0"/>
                  </a:moveTo>
                  <a:lnTo>
                    <a:pt x="3682" y="0"/>
                  </a:lnTo>
                  <a:lnTo>
                    <a:pt x="3682" y="637"/>
                  </a:lnTo>
                  <a:lnTo>
                    <a:pt x="1823" y="786"/>
                  </a:lnTo>
                  <a:lnTo>
                    <a:pt x="0" y="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53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ea typeface="字魂59号-创粗黑" panose="00000500000000000000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929305" y="2013792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EFEFE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对策</a:t>
              </a:r>
              <a:endParaRPr lang="zh-CN" altLang="en-US" sz="2400" b="1" dirty="0">
                <a:solidFill>
                  <a:srgbClr val="FEFEFE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sp>
        <p:nvSpPr>
          <p:cNvPr id="17" name="TextBox 10"/>
          <p:cNvSpPr txBox="1"/>
          <p:nvPr/>
        </p:nvSpPr>
        <p:spPr>
          <a:xfrm>
            <a:off x="6826268" y="3051350"/>
            <a:ext cx="4179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对策一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 algn="just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对策二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 algn="just"/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 algn="just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对策三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11" grpId="0"/>
      <p:bldP spid="12" grpId="0" animBg="1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4173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研究思路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626358" y="919539"/>
            <a:ext cx="176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Yan Jiu Si Lu</a:t>
            </a:r>
            <a:endParaRPr lang="zh-CN" altLang="en-US" spc="120" dirty="0">
              <a:solidFill>
                <a:srgbClr val="2A3A4A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64030" y="1984349"/>
            <a:ext cx="1107996" cy="2119865"/>
            <a:chOff x="124694" y="2347215"/>
            <a:chExt cx="1107996" cy="2119865"/>
          </a:xfrm>
        </p:grpSpPr>
        <p:grpSp>
          <p:nvGrpSpPr>
            <p:cNvPr id="5" name="组合 4"/>
            <p:cNvGrpSpPr/>
            <p:nvPr/>
          </p:nvGrpSpPr>
          <p:grpSpPr>
            <a:xfrm>
              <a:off x="770183" y="2347215"/>
              <a:ext cx="179916" cy="1100108"/>
              <a:chOff x="4524245" y="3111810"/>
              <a:chExt cx="134937" cy="825081"/>
            </a:xfrm>
          </p:grpSpPr>
          <p:cxnSp>
            <p:nvCxnSpPr>
              <p:cNvPr id="7" name="直接连接符 6"/>
              <p:cNvCxnSpPr/>
              <p:nvPr/>
            </p:nvCxnSpPr>
            <p:spPr>
              <a:xfrm>
                <a:off x="4524246" y="3111810"/>
                <a:ext cx="134936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4524246" y="3111810"/>
                <a:ext cx="0" cy="74677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4524245" y="3852541"/>
                <a:ext cx="127498" cy="8435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矩形 5"/>
            <p:cNvSpPr/>
            <p:nvPr/>
          </p:nvSpPr>
          <p:spPr>
            <a:xfrm>
              <a:off x="124694" y="3266751"/>
              <a:ext cx="1107996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7200" dirty="0">
                  <a:solidFill>
                    <a:srgbClr val="F8BC49"/>
                  </a:solidFill>
                  <a:latin typeface="Calibri" panose="020F0502020204030204" pitchFamily="34" charset="0"/>
                  <a:ea typeface="字魂59号-创粗黑" panose="00000500000000000000" charset="-122"/>
                  <a:cs typeface="Arial" panose="020B0604020202020204" pitchFamily="34" charset="0"/>
                </a:rPr>
                <a:t>“</a:t>
              </a:r>
              <a:endParaRPr lang="en-US" altLang="zh-CN" sz="7200" dirty="0">
                <a:solidFill>
                  <a:srgbClr val="F8BC49"/>
                </a:solidFill>
                <a:latin typeface="Calibri" panose="020F0502020204030204" pitchFamily="34" charset="0"/>
                <a:ea typeface="字魂59号-创粗黑" panose="00000500000000000000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993789" y="3078980"/>
            <a:ext cx="1006013" cy="1025234"/>
            <a:chOff x="1113255" y="3451514"/>
            <a:chExt cx="1006013" cy="1025234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113255" y="3451514"/>
              <a:ext cx="1006013" cy="1025234"/>
            </a:xfrm>
            <a:custGeom>
              <a:avLst/>
              <a:gdLst>
                <a:gd name="T0" fmla="*/ 468 w 936"/>
                <a:gd name="T1" fmla="*/ 0 h 936"/>
                <a:gd name="T2" fmla="*/ 936 w 936"/>
                <a:gd name="T3" fmla="*/ 468 h 936"/>
                <a:gd name="T4" fmla="*/ 468 w 936"/>
                <a:gd name="T5" fmla="*/ 936 h 936"/>
                <a:gd name="T6" fmla="*/ 0 w 936"/>
                <a:gd name="T7" fmla="*/ 468 h 936"/>
                <a:gd name="T8" fmla="*/ 468 w 936"/>
                <a:gd name="T9" fmla="*/ 0 h 936"/>
                <a:gd name="T10" fmla="*/ 468 w 936"/>
                <a:gd name="T11" fmla="*/ 39 h 936"/>
                <a:gd name="T12" fmla="*/ 896 w 936"/>
                <a:gd name="T13" fmla="*/ 468 h 936"/>
                <a:gd name="T14" fmla="*/ 468 w 936"/>
                <a:gd name="T15" fmla="*/ 896 h 936"/>
                <a:gd name="T16" fmla="*/ 39 w 936"/>
                <a:gd name="T17" fmla="*/ 468 h 936"/>
                <a:gd name="T18" fmla="*/ 468 w 936"/>
                <a:gd name="T19" fmla="*/ 39 h 936"/>
                <a:gd name="T20" fmla="*/ 468 w 936"/>
                <a:gd name="T21" fmla="*/ 79 h 936"/>
                <a:gd name="T22" fmla="*/ 857 w 936"/>
                <a:gd name="T23" fmla="*/ 468 h 936"/>
                <a:gd name="T24" fmla="*/ 468 w 936"/>
                <a:gd name="T25" fmla="*/ 857 h 936"/>
                <a:gd name="T26" fmla="*/ 79 w 936"/>
                <a:gd name="T27" fmla="*/ 468 h 936"/>
                <a:gd name="T28" fmla="*/ 468 w 936"/>
                <a:gd name="T29" fmla="*/ 79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6" h="936">
                  <a:moveTo>
                    <a:pt x="468" y="0"/>
                  </a:moveTo>
                  <a:cubicBezTo>
                    <a:pt x="726" y="0"/>
                    <a:pt x="936" y="209"/>
                    <a:pt x="936" y="468"/>
                  </a:cubicBezTo>
                  <a:cubicBezTo>
                    <a:pt x="936" y="726"/>
                    <a:pt x="726" y="936"/>
                    <a:pt x="468" y="936"/>
                  </a:cubicBezTo>
                  <a:cubicBezTo>
                    <a:pt x="209" y="936"/>
                    <a:pt x="0" y="726"/>
                    <a:pt x="0" y="468"/>
                  </a:cubicBezTo>
                  <a:cubicBezTo>
                    <a:pt x="0" y="209"/>
                    <a:pt x="209" y="0"/>
                    <a:pt x="468" y="0"/>
                  </a:cubicBezTo>
                  <a:close/>
                  <a:moveTo>
                    <a:pt x="468" y="39"/>
                  </a:moveTo>
                  <a:cubicBezTo>
                    <a:pt x="704" y="39"/>
                    <a:pt x="896" y="231"/>
                    <a:pt x="896" y="468"/>
                  </a:cubicBezTo>
                  <a:cubicBezTo>
                    <a:pt x="896" y="704"/>
                    <a:pt x="704" y="896"/>
                    <a:pt x="468" y="896"/>
                  </a:cubicBezTo>
                  <a:cubicBezTo>
                    <a:pt x="231" y="896"/>
                    <a:pt x="39" y="704"/>
                    <a:pt x="39" y="468"/>
                  </a:cubicBezTo>
                  <a:cubicBezTo>
                    <a:pt x="39" y="231"/>
                    <a:pt x="231" y="39"/>
                    <a:pt x="468" y="39"/>
                  </a:cubicBezTo>
                  <a:close/>
                  <a:moveTo>
                    <a:pt x="468" y="79"/>
                  </a:moveTo>
                  <a:cubicBezTo>
                    <a:pt x="683" y="79"/>
                    <a:pt x="857" y="253"/>
                    <a:pt x="857" y="468"/>
                  </a:cubicBezTo>
                  <a:cubicBezTo>
                    <a:pt x="857" y="683"/>
                    <a:pt x="683" y="857"/>
                    <a:pt x="468" y="857"/>
                  </a:cubicBezTo>
                  <a:cubicBezTo>
                    <a:pt x="253" y="857"/>
                    <a:pt x="79" y="683"/>
                    <a:pt x="79" y="468"/>
                  </a:cubicBezTo>
                  <a:cubicBezTo>
                    <a:pt x="79" y="253"/>
                    <a:pt x="253" y="79"/>
                    <a:pt x="468" y="79"/>
                  </a:cubicBezTo>
                  <a:close/>
                </a:path>
              </a:pathLst>
            </a:custGeom>
            <a:solidFill>
              <a:srgbClr val="F8BC49"/>
            </a:solidFill>
            <a:ln>
              <a:noFill/>
            </a:ln>
          </p:spPr>
          <p:txBody>
            <a:bodyPr/>
            <a:lstStyle/>
            <a:p>
              <a:endParaRPr lang="zh-CN" altLang="en-US" sz="1800" dirty="0">
                <a:ea typeface="字魂59号-创粗黑" panose="0000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91492" y="3617442"/>
              <a:ext cx="649537" cy="64633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01</a:t>
              </a:r>
              <a:endParaRPr lang="en-US" altLang="zh-CN" sz="28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052590" y="1814756"/>
            <a:ext cx="2877379" cy="992045"/>
            <a:chOff x="1113254" y="2177622"/>
            <a:chExt cx="2877379" cy="992045"/>
          </a:xfrm>
        </p:grpSpPr>
        <p:sp>
          <p:nvSpPr>
            <p:cNvPr id="17" name="矩形 16"/>
            <p:cNvSpPr/>
            <p:nvPr/>
          </p:nvSpPr>
          <p:spPr>
            <a:xfrm>
              <a:off x="1113255" y="2177622"/>
              <a:ext cx="2877378" cy="992045"/>
            </a:xfrm>
            <a:prstGeom prst="rect">
              <a:avLst/>
            </a:prstGeom>
            <a:solidFill>
              <a:srgbClr val="F8BC4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113254" y="2383871"/>
              <a:ext cx="28773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FFFFFF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添加思路标题</a:t>
              </a:r>
              <a:endParaRPr lang="zh-CN" altLang="en-US" sz="3200" b="1" dirty="0">
                <a:solidFill>
                  <a:srgbClr val="FFFFFF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708035" y="1984349"/>
            <a:ext cx="1107996" cy="2119865"/>
            <a:chOff x="124694" y="2347215"/>
            <a:chExt cx="1107996" cy="2119865"/>
          </a:xfrm>
        </p:grpSpPr>
        <p:grpSp>
          <p:nvGrpSpPr>
            <p:cNvPr id="23" name="组合 22"/>
            <p:cNvGrpSpPr/>
            <p:nvPr/>
          </p:nvGrpSpPr>
          <p:grpSpPr>
            <a:xfrm>
              <a:off x="770183" y="2347215"/>
              <a:ext cx="179916" cy="1100108"/>
              <a:chOff x="4524245" y="3111810"/>
              <a:chExt cx="134937" cy="825081"/>
            </a:xfrm>
          </p:grpSpPr>
          <p:cxnSp>
            <p:nvCxnSpPr>
              <p:cNvPr id="25" name="直接连接符 24"/>
              <p:cNvCxnSpPr/>
              <p:nvPr/>
            </p:nvCxnSpPr>
            <p:spPr>
              <a:xfrm>
                <a:off x="4524246" y="3111810"/>
                <a:ext cx="134936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4524246" y="3111810"/>
                <a:ext cx="0" cy="74677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4524245" y="3852541"/>
                <a:ext cx="127498" cy="8435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矩形 23"/>
            <p:cNvSpPr/>
            <p:nvPr/>
          </p:nvSpPr>
          <p:spPr>
            <a:xfrm>
              <a:off x="124694" y="3266751"/>
              <a:ext cx="1107996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7200" dirty="0">
                  <a:solidFill>
                    <a:srgbClr val="1A3F6C"/>
                  </a:solidFill>
                  <a:latin typeface="Calibri" panose="020F0502020204030204" pitchFamily="34" charset="0"/>
                  <a:ea typeface="字魂59号-创粗黑" panose="00000500000000000000" charset="-122"/>
                  <a:cs typeface="Arial" panose="020B0604020202020204" pitchFamily="34" charset="0"/>
                </a:rPr>
                <a:t>“</a:t>
              </a:r>
              <a:endParaRPr lang="en-US" altLang="zh-CN" sz="7200" dirty="0">
                <a:solidFill>
                  <a:srgbClr val="1A3F6C"/>
                </a:solidFill>
                <a:latin typeface="Calibri" panose="020F0502020204030204" pitchFamily="34" charset="0"/>
                <a:ea typeface="字魂59号-创粗黑" panose="00000500000000000000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637794" y="3078980"/>
            <a:ext cx="1006013" cy="1025234"/>
            <a:chOff x="1113255" y="3451514"/>
            <a:chExt cx="1006013" cy="1025234"/>
          </a:xfrm>
        </p:grpSpPr>
        <p:sp>
          <p:nvSpPr>
            <p:cNvPr id="29" name="Freeform 5"/>
            <p:cNvSpPr>
              <a:spLocks noEditPoints="1"/>
            </p:cNvSpPr>
            <p:nvPr/>
          </p:nvSpPr>
          <p:spPr bwMode="auto">
            <a:xfrm>
              <a:off x="1113255" y="3451514"/>
              <a:ext cx="1006013" cy="1025234"/>
            </a:xfrm>
            <a:custGeom>
              <a:avLst/>
              <a:gdLst>
                <a:gd name="T0" fmla="*/ 468 w 936"/>
                <a:gd name="T1" fmla="*/ 0 h 936"/>
                <a:gd name="T2" fmla="*/ 936 w 936"/>
                <a:gd name="T3" fmla="*/ 468 h 936"/>
                <a:gd name="T4" fmla="*/ 468 w 936"/>
                <a:gd name="T5" fmla="*/ 936 h 936"/>
                <a:gd name="T6" fmla="*/ 0 w 936"/>
                <a:gd name="T7" fmla="*/ 468 h 936"/>
                <a:gd name="T8" fmla="*/ 468 w 936"/>
                <a:gd name="T9" fmla="*/ 0 h 936"/>
                <a:gd name="T10" fmla="*/ 468 w 936"/>
                <a:gd name="T11" fmla="*/ 39 h 936"/>
                <a:gd name="T12" fmla="*/ 896 w 936"/>
                <a:gd name="T13" fmla="*/ 468 h 936"/>
                <a:gd name="T14" fmla="*/ 468 w 936"/>
                <a:gd name="T15" fmla="*/ 896 h 936"/>
                <a:gd name="T16" fmla="*/ 39 w 936"/>
                <a:gd name="T17" fmla="*/ 468 h 936"/>
                <a:gd name="T18" fmla="*/ 468 w 936"/>
                <a:gd name="T19" fmla="*/ 39 h 936"/>
                <a:gd name="T20" fmla="*/ 468 w 936"/>
                <a:gd name="T21" fmla="*/ 79 h 936"/>
                <a:gd name="T22" fmla="*/ 857 w 936"/>
                <a:gd name="T23" fmla="*/ 468 h 936"/>
                <a:gd name="T24" fmla="*/ 468 w 936"/>
                <a:gd name="T25" fmla="*/ 857 h 936"/>
                <a:gd name="T26" fmla="*/ 79 w 936"/>
                <a:gd name="T27" fmla="*/ 468 h 936"/>
                <a:gd name="T28" fmla="*/ 468 w 936"/>
                <a:gd name="T29" fmla="*/ 79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6" h="936">
                  <a:moveTo>
                    <a:pt x="468" y="0"/>
                  </a:moveTo>
                  <a:cubicBezTo>
                    <a:pt x="726" y="0"/>
                    <a:pt x="936" y="209"/>
                    <a:pt x="936" y="468"/>
                  </a:cubicBezTo>
                  <a:cubicBezTo>
                    <a:pt x="936" y="726"/>
                    <a:pt x="726" y="936"/>
                    <a:pt x="468" y="936"/>
                  </a:cubicBezTo>
                  <a:cubicBezTo>
                    <a:pt x="209" y="936"/>
                    <a:pt x="0" y="726"/>
                    <a:pt x="0" y="468"/>
                  </a:cubicBezTo>
                  <a:cubicBezTo>
                    <a:pt x="0" y="209"/>
                    <a:pt x="209" y="0"/>
                    <a:pt x="468" y="0"/>
                  </a:cubicBezTo>
                  <a:close/>
                  <a:moveTo>
                    <a:pt x="468" y="39"/>
                  </a:moveTo>
                  <a:cubicBezTo>
                    <a:pt x="704" y="39"/>
                    <a:pt x="896" y="231"/>
                    <a:pt x="896" y="468"/>
                  </a:cubicBezTo>
                  <a:cubicBezTo>
                    <a:pt x="896" y="704"/>
                    <a:pt x="704" y="896"/>
                    <a:pt x="468" y="896"/>
                  </a:cubicBezTo>
                  <a:cubicBezTo>
                    <a:pt x="231" y="896"/>
                    <a:pt x="39" y="704"/>
                    <a:pt x="39" y="468"/>
                  </a:cubicBezTo>
                  <a:cubicBezTo>
                    <a:pt x="39" y="231"/>
                    <a:pt x="231" y="39"/>
                    <a:pt x="468" y="39"/>
                  </a:cubicBezTo>
                  <a:close/>
                  <a:moveTo>
                    <a:pt x="468" y="79"/>
                  </a:moveTo>
                  <a:cubicBezTo>
                    <a:pt x="683" y="79"/>
                    <a:pt x="857" y="253"/>
                    <a:pt x="857" y="468"/>
                  </a:cubicBezTo>
                  <a:cubicBezTo>
                    <a:pt x="857" y="683"/>
                    <a:pt x="683" y="857"/>
                    <a:pt x="468" y="857"/>
                  </a:cubicBezTo>
                  <a:cubicBezTo>
                    <a:pt x="253" y="857"/>
                    <a:pt x="79" y="683"/>
                    <a:pt x="79" y="468"/>
                  </a:cubicBezTo>
                  <a:cubicBezTo>
                    <a:pt x="79" y="253"/>
                    <a:pt x="253" y="79"/>
                    <a:pt x="468" y="7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/>
            <a:lstStyle/>
            <a:p>
              <a:endParaRPr lang="zh-CN" altLang="en-US" sz="1800" dirty="0">
                <a:ea typeface="字魂59号-创粗黑" panose="00000500000000000000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291492" y="3617442"/>
              <a:ext cx="649537" cy="64633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02</a:t>
              </a:r>
              <a:endParaRPr lang="en-US" altLang="zh-CN" sz="28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696596" y="1814756"/>
            <a:ext cx="2877378" cy="992045"/>
            <a:chOff x="1113255" y="2177622"/>
            <a:chExt cx="2877378" cy="992045"/>
          </a:xfrm>
        </p:grpSpPr>
        <p:sp>
          <p:nvSpPr>
            <p:cNvPr id="32" name="矩形 31"/>
            <p:cNvSpPr/>
            <p:nvPr/>
          </p:nvSpPr>
          <p:spPr>
            <a:xfrm>
              <a:off x="1113255" y="2177622"/>
              <a:ext cx="2877378" cy="992045"/>
            </a:xfrm>
            <a:prstGeom prst="rect">
              <a:avLst/>
            </a:prstGeom>
            <a:solidFill>
              <a:srgbClr val="1A3F6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113256" y="2367615"/>
              <a:ext cx="28773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FFFFFF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添加思路标题</a:t>
              </a:r>
              <a:endParaRPr lang="zh-CN" altLang="en-US" sz="3200" b="1" dirty="0">
                <a:solidFill>
                  <a:srgbClr val="FFFFFF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>
          <a:xfrm>
            <a:off x="1124374" y="4964853"/>
            <a:ext cx="0" cy="1232747"/>
          </a:xfrm>
          <a:prstGeom prst="line">
            <a:avLst/>
          </a:prstGeom>
          <a:ln w="38100">
            <a:solidFill>
              <a:srgbClr val="1A3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1411920" y="4818132"/>
            <a:ext cx="9811493" cy="152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您的内容打在这里，或者通过复制您的文本后，在此框中选择粘贴。您的内容打在这里，或者通过复制您的文本后，在此框中选择粘贴。您的内容打在这里，或者通过复制您的文本后，在此框中选择粘贴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3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3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 decel="100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2445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可行性报告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5" name="文本框 4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620570" y="919539"/>
            <a:ext cx="2423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pc="120" dirty="0" err="1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Ke</a:t>
            </a: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 Xin Xing Bao Gao</a:t>
            </a:r>
            <a:endParaRPr lang="zh-CN" altLang="en-US" spc="120" dirty="0">
              <a:solidFill>
                <a:srgbClr val="2A3A4A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285347" y="4063810"/>
            <a:ext cx="2252381" cy="455436"/>
            <a:chOff x="3228195" y="3775647"/>
            <a:chExt cx="2252381" cy="455436"/>
          </a:xfrm>
          <a:solidFill>
            <a:srgbClr val="F7B531"/>
          </a:solidFill>
        </p:grpSpPr>
        <p:sp>
          <p:nvSpPr>
            <p:cNvPr id="7" name="五边形 2"/>
            <p:cNvSpPr/>
            <p:nvPr/>
          </p:nvSpPr>
          <p:spPr>
            <a:xfrm flipH="1">
              <a:off x="3228195" y="3775647"/>
              <a:ext cx="2252381" cy="455436"/>
            </a:xfrm>
            <a:prstGeom prst="homePlate">
              <a:avLst/>
            </a:prstGeom>
            <a:grpFill/>
            <a:ln w="28575" cap="flat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8" name="TextBox 159"/>
            <p:cNvSpPr txBox="1"/>
            <p:nvPr/>
          </p:nvSpPr>
          <p:spPr>
            <a:xfrm>
              <a:off x="4835091" y="3813560"/>
              <a:ext cx="612739" cy="34611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68456" tIns="34226" rIns="68456" bIns="34226" rtlCol="0">
              <a:spAutoFit/>
            </a:bodyPr>
            <a:lstStyle/>
            <a:p>
              <a:pPr algn="ctr" defTabSz="684530"/>
              <a:r>
                <a:rPr lang="en-US" altLang="zh-CN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73%</a:t>
              </a:r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152497" y="4625882"/>
            <a:ext cx="1385210" cy="455436"/>
            <a:chOff x="4095345" y="4337719"/>
            <a:chExt cx="1385210" cy="455436"/>
          </a:xfrm>
          <a:solidFill>
            <a:srgbClr val="F7B531"/>
          </a:solidFill>
        </p:grpSpPr>
        <p:sp>
          <p:nvSpPr>
            <p:cNvPr id="10" name="五边形 3"/>
            <p:cNvSpPr/>
            <p:nvPr/>
          </p:nvSpPr>
          <p:spPr>
            <a:xfrm flipH="1">
              <a:off x="4095345" y="4337719"/>
              <a:ext cx="1385210" cy="455436"/>
            </a:xfrm>
            <a:prstGeom prst="homePlate">
              <a:avLst/>
            </a:prstGeom>
            <a:grpFill/>
            <a:ln w="28575" cap="flat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1" name="TextBox 160"/>
            <p:cNvSpPr txBox="1"/>
            <p:nvPr/>
          </p:nvSpPr>
          <p:spPr>
            <a:xfrm>
              <a:off x="4827876" y="4379248"/>
              <a:ext cx="612739" cy="34611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68456" tIns="34226" rIns="68456" bIns="34226" rtlCol="0">
              <a:spAutoFit/>
            </a:bodyPr>
            <a:lstStyle/>
            <a:p>
              <a:pPr algn="ctr" defTabSz="684530"/>
              <a:r>
                <a:rPr lang="en-US" altLang="zh-CN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30%</a:t>
              </a:r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625530" y="5176321"/>
            <a:ext cx="1912176" cy="455436"/>
            <a:chOff x="3568378" y="4888158"/>
            <a:chExt cx="1912176" cy="455436"/>
          </a:xfrm>
          <a:solidFill>
            <a:srgbClr val="F7B531"/>
          </a:solidFill>
        </p:grpSpPr>
        <p:sp>
          <p:nvSpPr>
            <p:cNvPr id="13" name="五边形 4"/>
            <p:cNvSpPr/>
            <p:nvPr/>
          </p:nvSpPr>
          <p:spPr>
            <a:xfrm flipH="1">
              <a:off x="3568378" y="4888158"/>
              <a:ext cx="1912176" cy="455436"/>
            </a:xfrm>
            <a:prstGeom prst="homePlate">
              <a:avLst/>
            </a:prstGeom>
            <a:grpFill/>
            <a:ln w="28575" cap="flat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4" name="TextBox 161"/>
            <p:cNvSpPr txBox="1"/>
            <p:nvPr/>
          </p:nvSpPr>
          <p:spPr>
            <a:xfrm>
              <a:off x="4827879" y="4929752"/>
              <a:ext cx="612739" cy="34611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68456" tIns="34226" rIns="68456" bIns="34226" rtlCol="0">
              <a:spAutoFit/>
            </a:bodyPr>
            <a:lstStyle/>
            <a:p>
              <a:pPr algn="ctr" defTabSz="684530"/>
              <a:r>
                <a:rPr lang="en-US" altLang="zh-CN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50%</a:t>
              </a:r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780576" y="5727621"/>
            <a:ext cx="2757132" cy="455436"/>
            <a:chOff x="2723424" y="5439458"/>
            <a:chExt cx="2757132" cy="455436"/>
          </a:xfrm>
          <a:solidFill>
            <a:srgbClr val="F7B531"/>
          </a:solidFill>
        </p:grpSpPr>
        <p:sp>
          <p:nvSpPr>
            <p:cNvPr id="16" name="五边形 5"/>
            <p:cNvSpPr/>
            <p:nvPr/>
          </p:nvSpPr>
          <p:spPr>
            <a:xfrm flipH="1">
              <a:off x="2723424" y="5439458"/>
              <a:ext cx="2757132" cy="455436"/>
            </a:xfrm>
            <a:prstGeom prst="homePlate">
              <a:avLst/>
            </a:prstGeom>
            <a:grpFill/>
            <a:ln w="28575" cap="flat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17" name="TextBox 162"/>
            <p:cNvSpPr txBox="1"/>
            <p:nvPr/>
          </p:nvSpPr>
          <p:spPr>
            <a:xfrm>
              <a:off x="4847118" y="5485494"/>
              <a:ext cx="612739" cy="34611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68456" tIns="34226" rIns="68456" bIns="34226" rtlCol="0">
              <a:spAutoFit/>
            </a:bodyPr>
            <a:lstStyle/>
            <a:p>
              <a:pPr algn="ctr" defTabSz="684530"/>
              <a:r>
                <a:rPr lang="en-US" altLang="zh-CN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75%</a:t>
              </a:r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615276" y="4065800"/>
            <a:ext cx="1149664" cy="455436"/>
            <a:chOff x="6558124" y="3777637"/>
            <a:chExt cx="1149664" cy="455436"/>
          </a:xfrm>
          <a:solidFill>
            <a:srgbClr val="1A3F6C"/>
          </a:solidFill>
        </p:grpSpPr>
        <p:sp>
          <p:nvSpPr>
            <p:cNvPr id="19" name="五边形 11"/>
            <p:cNvSpPr/>
            <p:nvPr/>
          </p:nvSpPr>
          <p:spPr>
            <a:xfrm>
              <a:off x="6558124" y="3777637"/>
              <a:ext cx="1149664" cy="455436"/>
            </a:xfrm>
            <a:prstGeom prst="homePlate">
              <a:avLst/>
            </a:prstGeom>
            <a:grpFill/>
            <a:ln w="28575" cap="flat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0" name="TextBox 173"/>
            <p:cNvSpPr txBox="1"/>
            <p:nvPr/>
          </p:nvSpPr>
          <p:spPr>
            <a:xfrm>
              <a:off x="6613096" y="3820028"/>
              <a:ext cx="612739" cy="34611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68456" tIns="34226" rIns="68456" bIns="34226" rtlCol="0">
              <a:spAutoFit/>
            </a:bodyPr>
            <a:lstStyle/>
            <a:p>
              <a:pPr algn="ctr" defTabSz="684530"/>
              <a:r>
                <a:rPr lang="en-US" altLang="zh-CN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20%</a:t>
              </a:r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615277" y="4627873"/>
            <a:ext cx="2170277" cy="455436"/>
            <a:chOff x="6558125" y="4339710"/>
            <a:chExt cx="2170277" cy="455436"/>
          </a:xfrm>
          <a:solidFill>
            <a:srgbClr val="1A3F6C"/>
          </a:solidFill>
        </p:grpSpPr>
        <p:sp>
          <p:nvSpPr>
            <p:cNvPr id="22" name="五边形 12"/>
            <p:cNvSpPr/>
            <p:nvPr/>
          </p:nvSpPr>
          <p:spPr>
            <a:xfrm>
              <a:off x="6558125" y="4339710"/>
              <a:ext cx="2170277" cy="455436"/>
            </a:xfrm>
            <a:prstGeom prst="homePlate">
              <a:avLst/>
            </a:prstGeom>
            <a:grpFill/>
            <a:ln w="28575" cap="flat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3" name="TextBox 174"/>
            <p:cNvSpPr txBox="1"/>
            <p:nvPr/>
          </p:nvSpPr>
          <p:spPr>
            <a:xfrm>
              <a:off x="6613096" y="4374713"/>
              <a:ext cx="612739" cy="34611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68456" tIns="34226" rIns="68456" bIns="34226" rtlCol="0">
              <a:spAutoFit/>
            </a:bodyPr>
            <a:lstStyle/>
            <a:p>
              <a:pPr algn="ctr" defTabSz="684530"/>
              <a:r>
                <a:rPr lang="en-US" altLang="zh-CN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56%</a:t>
              </a:r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615293" y="5178312"/>
            <a:ext cx="1360817" cy="455436"/>
            <a:chOff x="6558141" y="4890149"/>
            <a:chExt cx="1360817" cy="455436"/>
          </a:xfrm>
          <a:solidFill>
            <a:srgbClr val="1A3F6C"/>
          </a:solidFill>
        </p:grpSpPr>
        <p:sp>
          <p:nvSpPr>
            <p:cNvPr id="25" name="五边形 13"/>
            <p:cNvSpPr/>
            <p:nvPr/>
          </p:nvSpPr>
          <p:spPr>
            <a:xfrm>
              <a:off x="6558141" y="4890149"/>
              <a:ext cx="1360817" cy="455436"/>
            </a:xfrm>
            <a:prstGeom prst="homePlate">
              <a:avLst/>
            </a:prstGeom>
            <a:grpFill/>
            <a:ln w="28575" cap="flat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6" name="TextBox 175"/>
            <p:cNvSpPr txBox="1"/>
            <p:nvPr/>
          </p:nvSpPr>
          <p:spPr>
            <a:xfrm>
              <a:off x="6613096" y="4929745"/>
              <a:ext cx="612739" cy="34611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68456" tIns="34226" rIns="68456" bIns="34226" rtlCol="0">
              <a:spAutoFit/>
            </a:bodyPr>
            <a:lstStyle/>
            <a:p>
              <a:pPr algn="ctr" defTabSz="684530"/>
              <a:r>
                <a:rPr lang="en-US" altLang="zh-CN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29%</a:t>
              </a:r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615293" y="5729612"/>
            <a:ext cx="2900981" cy="455436"/>
            <a:chOff x="6558141" y="5441449"/>
            <a:chExt cx="2900981" cy="455436"/>
          </a:xfrm>
          <a:solidFill>
            <a:srgbClr val="1A3F6C"/>
          </a:solidFill>
        </p:grpSpPr>
        <p:sp>
          <p:nvSpPr>
            <p:cNvPr id="28" name="五边形 14"/>
            <p:cNvSpPr/>
            <p:nvPr/>
          </p:nvSpPr>
          <p:spPr>
            <a:xfrm>
              <a:off x="6558141" y="5441449"/>
              <a:ext cx="2900981" cy="455436"/>
            </a:xfrm>
            <a:prstGeom prst="homePlate">
              <a:avLst/>
            </a:prstGeom>
            <a:grpFill/>
            <a:ln w="28575" cap="flat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29" name="TextBox 176"/>
            <p:cNvSpPr txBox="1"/>
            <p:nvPr/>
          </p:nvSpPr>
          <p:spPr>
            <a:xfrm>
              <a:off x="6625828" y="5483037"/>
              <a:ext cx="612739" cy="34611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68456" tIns="34226" rIns="68456" bIns="34226" rtlCol="0">
              <a:spAutoFit/>
            </a:bodyPr>
            <a:lstStyle/>
            <a:p>
              <a:pPr algn="ctr" defTabSz="684530"/>
              <a:r>
                <a:rPr lang="en-US" altLang="zh-CN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77%</a:t>
              </a:r>
              <a:endParaRPr lang="zh-CN" altLang="en-US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sp>
        <p:nvSpPr>
          <p:cNvPr id="34" name="Text Box 10"/>
          <p:cNvSpPr txBox="1">
            <a:spLocks noChangeArrowheads="1"/>
          </p:cNvSpPr>
          <p:nvPr/>
        </p:nvSpPr>
        <p:spPr bwMode="auto">
          <a:xfrm>
            <a:off x="6615270" y="2863222"/>
            <a:ext cx="4670612" cy="9948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34226" tIns="17112" rIns="34226" bIns="17112">
            <a:spAutoFit/>
          </a:bodyPr>
          <a:lstStyle/>
          <a:p>
            <a:pPr defTabSz="814070">
              <a:lnSpc>
                <a:spcPct val="130000"/>
              </a:lnSpc>
            </a:pPr>
            <a:r>
              <a:rPr lang="zh-CN" altLang="en-US" sz="1600" b="1" dirty="0">
                <a:solidFill>
                  <a:srgbClr val="1A3F6C"/>
                </a:solidFill>
                <a:latin typeface="Lifeline JL" panose="00000400000000000000" pitchFamily="2" charset="0"/>
                <a:ea typeface="字魂59号-创粗黑" panose="00000500000000000000" charset="-122"/>
                <a:cs typeface="Open Sans" panose="020B0606030504020204" pitchFamily="34" charset="0"/>
              </a:rPr>
              <a:t>添加小标题</a:t>
            </a:r>
            <a:endParaRPr lang="zh-CN" altLang="en-US" sz="1600" b="1" dirty="0">
              <a:solidFill>
                <a:srgbClr val="1A3F6C"/>
              </a:solidFill>
              <a:latin typeface="Lifeline JL" panose="00000400000000000000" pitchFamily="2" charset="0"/>
              <a:ea typeface="字魂59号-创粗黑" panose="00000500000000000000" charset="-122"/>
              <a:cs typeface="Open Sans" panose="020B0606030504020204" pitchFamily="34" charset="0"/>
            </a:endParaRPr>
          </a:p>
          <a:p>
            <a:pPr defTabSz="814070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ifeline JL" panose="00000400000000000000" pitchFamily="2" charset="0"/>
                <a:ea typeface="字魂59号-创粗黑" panose="00000500000000000000" charset="-122"/>
                <a:cs typeface="Open Sans" panose="020B0606030504020204" pitchFamily="34" charset="0"/>
              </a:rPr>
              <a:t>您的内容打在这里，或者通过复制您的文本后，在此框中选择粘贴，并选择只保留文字。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Lifeline JL" panose="00000400000000000000" pitchFamily="2" charset="0"/>
              <a:ea typeface="+mj-ea"/>
              <a:cs typeface="Open Sans" panose="020B0606030504020204" pitchFamily="34" charset="0"/>
            </a:endParaRPr>
          </a:p>
        </p:txBody>
      </p:sp>
      <p:sp>
        <p:nvSpPr>
          <p:cNvPr id="35" name="Text Box 10"/>
          <p:cNvSpPr txBox="1">
            <a:spLocks noChangeArrowheads="1"/>
          </p:cNvSpPr>
          <p:nvPr/>
        </p:nvSpPr>
        <p:spPr bwMode="auto">
          <a:xfrm>
            <a:off x="961813" y="2863220"/>
            <a:ext cx="4586536" cy="9948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34226" tIns="17112" rIns="34226" bIns="17112">
            <a:spAutoFit/>
          </a:bodyPr>
          <a:lstStyle/>
          <a:p>
            <a:pPr algn="r" defTabSz="814070">
              <a:lnSpc>
                <a:spcPct val="130000"/>
              </a:lnSpc>
            </a:pPr>
            <a:r>
              <a:rPr lang="zh-CN" altLang="en-US" sz="1600" b="1" dirty="0">
                <a:solidFill>
                  <a:srgbClr val="F8BC49"/>
                </a:solidFill>
                <a:latin typeface="Lifeline JL" panose="00000400000000000000" pitchFamily="2" charset="0"/>
                <a:ea typeface="字魂59号-创粗黑" panose="00000500000000000000" charset="-122"/>
                <a:cs typeface="Open Sans" panose="020B0606030504020204" pitchFamily="34" charset="0"/>
              </a:rPr>
              <a:t>添加小标题</a:t>
            </a:r>
            <a:endParaRPr lang="zh-CN" altLang="en-US" sz="1600" b="1" dirty="0">
              <a:solidFill>
                <a:srgbClr val="F8BC49"/>
              </a:solidFill>
              <a:latin typeface="Lifeline JL" panose="00000400000000000000" pitchFamily="2" charset="0"/>
              <a:ea typeface="字魂59号-创粗黑" panose="00000500000000000000" charset="-122"/>
              <a:cs typeface="Open Sans" panose="020B0606030504020204" pitchFamily="34" charset="0"/>
            </a:endParaRPr>
          </a:p>
          <a:p>
            <a:pPr algn="r" defTabSz="814070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Lifeline JL" panose="00000400000000000000" pitchFamily="2" charset="0"/>
                <a:ea typeface="字魂59号-创粗黑" panose="00000500000000000000" charset="-122"/>
                <a:cs typeface="Open Sans" panose="020B0606030504020204" pitchFamily="34" charset="0"/>
              </a:rPr>
              <a:t>您的内容打在这里，或者通过复制您的文本后，在此框中选择粘贴，并选择只保留文字。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Lifeline JL" panose="00000400000000000000" pitchFamily="2" charset="0"/>
              <a:ea typeface="+mj-ea"/>
              <a:cs typeface="Open Sans" panose="020B0606030504020204" pitchFamily="34" charset="0"/>
            </a:endParaRPr>
          </a:p>
        </p:txBody>
      </p:sp>
      <p:sp>
        <p:nvSpPr>
          <p:cNvPr id="36" name="Oval 4"/>
          <p:cNvSpPr/>
          <p:nvPr/>
        </p:nvSpPr>
        <p:spPr>
          <a:xfrm>
            <a:off x="6510754" y="1654845"/>
            <a:ext cx="1043868" cy="1079314"/>
          </a:xfrm>
          <a:prstGeom prst="ellipse">
            <a:avLst/>
          </a:prstGeom>
          <a:solidFill>
            <a:srgbClr val="1A3F6C"/>
          </a:solidFill>
          <a:ln w="38100" cap="flat">
            <a:solidFill>
              <a:schemeClr val="bg1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rgbClr val="FDFDFD"/>
                </a:solidFill>
                <a:latin typeface="Lifeline JL" panose="00000400000000000000" pitchFamily="2" charset="0"/>
                <a:ea typeface="字魂59号-创粗黑" panose="00000500000000000000" charset="-122"/>
              </a:rPr>
              <a:t>市场数据</a:t>
            </a:r>
            <a:endParaRPr lang="en-US" sz="2000" dirty="0">
              <a:solidFill>
                <a:srgbClr val="FDFDFD"/>
              </a:solidFill>
              <a:latin typeface="Lifeline JL" panose="00000400000000000000" pitchFamily="2" charset="0"/>
              <a:ea typeface="字魂59号-创粗黑" panose="00000500000000000000" charset="-122"/>
            </a:endParaRPr>
          </a:p>
        </p:txBody>
      </p:sp>
      <p:sp>
        <p:nvSpPr>
          <p:cNvPr id="37" name="Oval 5"/>
          <p:cNvSpPr/>
          <p:nvPr/>
        </p:nvSpPr>
        <p:spPr>
          <a:xfrm>
            <a:off x="4613396" y="1654845"/>
            <a:ext cx="1043868" cy="1079314"/>
          </a:xfrm>
          <a:prstGeom prst="ellipse">
            <a:avLst/>
          </a:prstGeom>
          <a:solidFill>
            <a:srgbClr val="F8BC49"/>
          </a:solidFill>
          <a:ln w="38100" cap="flat">
            <a:solidFill>
              <a:schemeClr val="bg1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rgbClr val="FDFDFD"/>
                </a:solidFill>
                <a:latin typeface="Lifeline JL" panose="00000400000000000000" pitchFamily="2" charset="0"/>
                <a:ea typeface="字魂59号-创粗黑" panose="00000500000000000000" charset="-122"/>
              </a:rPr>
              <a:t>市场数据</a:t>
            </a:r>
            <a:endParaRPr lang="en-US" sz="2000" dirty="0">
              <a:solidFill>
                <a:srgbClr val="FDFDFD"/>
              </a:solidFill>
              <a:latin typeface="Lifeline JL" panose="00000400000000000000" pitchFamily="2" charset="0"/>
              <a:ea typeface="字魂59号-创粗黑" panose="00000500000000000000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4" grpId="0"/>
      <p:bldP spid="35" grpId="0"/>
      <p:bldP spid="36" grpId="0" animBg="1"/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4173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研究方法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626358" y="919539"/>
            <a:ext cx="1850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Yan Jiu Fang Fa</a:t>
            </a:r>
            <a:endParaRPr lang="zh-CN" altLang="en-US" spc="120" dirty="0">
              <a:solidFill>
                <a:srgbClr val="2A3A4A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5" name="文本框 4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1624817" y="2433410"/>
            <a:ext cx="4104529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6" name="文本框 5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1624817" y="2147206"/>
            <a:ext cx="166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Arial" panose="020B0604020202020204" pitchFamily="34" charset="0"/>
              </a:rPr>
              <a:t>添加小标题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  <p:sp>
        <p:nvSpPr>
          <p:cNvPr id="7" name="文本框 6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1624817" y="3562288"/>
            <a:ext cx="4104529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8" name="文本框 7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1624817" y="3276084"/>
            <a:ext cx="166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Arial" panose="020B0604020202020204" pitchFamily="34" charset="0"/>
              </a:rPr>
              <a:t>添加小标题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  <p:sp>
        <p:nvSpPr>
          <p:cNvPr id="9" name="文本框 8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1624817" y="4678767"/>
            <a:ext cx="4104529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0" name="文本框 9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 txBox="1"/>
          <p:nvPr/>
        </p:nvSpPr>
        <p:spPr>
          <a:xfrm>
            <a:off x="1624817" y="4392563"/>
            <a:ext cx="166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Arial" panose="020B0604020202020204" pitchFamily="34" charset="0"/>
              </a:rPr>
              <a:t>添加小标题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  <a:cs typeface="Arial" panose="020B0604020202020204" pitchFamily="34" charset="0"/>
            </a:endParaRPr>
          </a:p>
        </p:txBody>
      </p:sp>
      <p:sp>
        <p:nvSpPr>
          <p:cNvPr id="11" name="椭圆 10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/>
          <p:nvPr/>
        </p:nvSpPr>
        <p:spPr>
          <a:xfrm>
            <a:off x="1090507" y="2238120"/>
            <a:ext cx="384764" cy="384764"/>
          </a:xfrm>
          <a:prstGeom prst="ellipse">
            <a:avLst/>
          </a:prstGeom>
          <a:solidFill>
            <a:srgbClr val="1A3F6C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FCFCF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1</a:t>
            </a:r>
            <a:endParaRPr lang="zh-CN" altLang="en-US" sz="1400">
              <a:solidFill>
                <a:srgbClr val="FCFCF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2" name="椭圆 11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/>
          <p:nvPr/>
        </p:nvSpPr>
        <p:spPr>
          <a:xfrm>
            <a:off x="1090507" y="3287472"/>
            <a:ext cx="384764" cy="384764"/>
          </a:xfrm>
          <a:prstGeom prst="ellipse">
            <a:avLst/>
          </a:prstGeom>
          <a:solidFill>
            <a:srgbClr val="F7B53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FCFCF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2</a:t>
            </a:r>
            <a:endParaRPr lang="zh-CN" altLang="en-US" sz="1400">
              <a:solidFill>
                <a:srgbClr val="FCFCF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3" name="椭圆 12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/>
          <p:cNvSpPr/>
          <p:nvPr/>
        </p:nvSpPr>
        <p:spPr>
          <a:xfrm>
            <a:off x="1090507" y="4403951"/>
            <a:ext cx="384764" cy="384764"/>
          </a:xfrm>
          <a:prstGeom prst="ellipse">
            <a:avLst/>
          </a:prstGeom>
          <a:solidFill>
            <a:srgbClr val="1A3F6C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FCFCF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3</a:t>
            </a:r>
            <a:endParaRPr lang="zh-CN" altLang="en-US" sz="1400">
              <a:solidFill>
                <a:srgbClr val="FCFCF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114" y="2147206"/>
            <a:ext cx="4005080" cy="304800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3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1"/>
            </p:custDataLst>
          </p:nvPr>
        </p:nvSpPr>
        <p:spPr>
          <a:xfrm>
            <a:off x="6772755" y="1272737"/>
            <a:ext cx="40556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文献探讨与建议</a:t>
            </a:r>
            <a:endParaRPr lang="zh-CN" altLang="en-US" sz="66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PA_文本框 4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2"/>
            </p:custDataLst>
          </p:nvPr>
        </p:nvSpPr>
        <p:spPr>
          <a:xfrm>
            <a:off x="6096000" y="3211729"/>
            <a:ext cx="550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pc="120">
                <a:solidFill>
                  <a:srgbClr val="2A3A4A"/>
                </a:solidFill>
                <a:latin typeface="Tw Cen MT" panose="020B0602020104020603" pitchFamily="34" charset="0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>
                <a:latin typeface="字魂59号-创粗黑" panose="00000500000000000000" charset="-122"/>
                <a:ea typeface="字魂59号-创粗黑" panose="00000500000000000000" charset="-122"/>
              </a:rPr>
              <a:t>Wen Xian Tan Tao Yu Jian Yi</a:t>
            </a:r>
            <a:endParaRPr lang="zh-CN" altLang="en-US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773692" y="174427"/>
            <a:ext cx="542759" cy="1163339"/>
            <a:chOff x="6399701" y="177188"/>
            <a:chExt cx="542759" cy="1163339"/>
          </a:xfrm>
          <a:solidFill>
            <a:srgbClr val="1A3F6C"/>
          </a:solidFill>
        </p:grpSpPr>
        <p:sp>
          <p:nvSpPr>
            <p:cNvPr id="5" name="直角三角形 4"/>
            <p:cNvSpPr/>
            <p:nvPr/>
          </p:nvSpPr>
          <p:spPr>
            <a:xfrm>
              <a:off x="6883579" y="177188"/>
              <a:ext cx="58881" cy="62429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6" name="五边形 8"/>
            <p:cNvSpPr/>
            <p:nvPr/>
          </p:nvSpPr>
          <p:spPr>
            <a:xfrm rot="5400000">
              <a:off x="6063639" y="516004"/>
              <a:ext cx="1160585" cy="488462"/>
            </a:xfrm>
            <a:prstGeom prst="homePlate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2526617" y="234944"/>
            <a:ext cx="1506106" cy="63824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5400" dirty="0">
              <a:latin typeface="Eras Bold ITC" panose="020B0907030504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35241" y="1337767"/>
            <a:ext cx="1088857" cy="431105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8000" dirty="0">
                <a:latin typeface="字魂59号-创粗黑" panose="00000500000000000000" charset="-122"/>
                <a:ea typeface="字魂59号-创粗黑" panose="00000500000000000000" charset="-122"/>
              </a:rPr>
              <a:t>第五部分</a:t>
            </a:r>
            <a:endParaRPr lang="zh-CN" altLang="en-US" sz="80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974114" y="4277865"/>
            <a:ext cx="3854316" cy="428171"/>
            <a:chOff x="6974114" y="4209143"/>
            <a:chExt cx="3854316" cy="428171"/>
          </a:xfrm>
        </p:grpSpPr>
        <p:sp>
          <p:nvSpPr>
            <p:cNvPr id="40" name="矩形: 圆角 39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参考文献要点探讨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974114" y="4793122"/>
            <a:ext cx="3854316" cy="428171"/>
            <a:chOff x="6974114" y="4209143"/>
            <a:chExt cx="3854316" cy="428171"/>
          </a:xfrm>
        </p:grpSpPr>
        <p:sp>
          <p:nvSpPr>
            <p:cNvPr id="43" name="矩形: 圆角 42"/>
            <p:cNvSpPr/>
            <p:nvPr/>
          </p:nvSpPr>
          <p:spPr>
            <a:xfrm>
              <a:off x="6974114" y="4209143"/>
              <a:ext cx="3854316" cy="428171"/>
            </a:xfrm>
            <a:prstGeom prst="roundRect">
              <a:avLst>
                <a:gd name="adj" fmla="val 28531"/>
              </a:avLst>
            </a:prstGeom>
            <a:solidFill>
              <a:srgbClr val="F8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142212" y="4223657"/>
              <a:ext cx="351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文献分类汇总</a:t>
              </a:r>
              <a:endParaRPr lang="zh-CN" altLang="en-US" sz="20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3949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参考文献要点探讨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68488" y="919539"/>
            <a:ext cx="4096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Can Kao Wen Xian Yao Dian Tan Tao</a:t>
            </a:r>
            <a:endParaRPr lang="zh-CN" altLang="en-US" spc="120" dirty="0">
              <a:solidFill>
                <a:srgbClr val="2A3A4A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5676" y="2794111"/>
            <a:ext cx="1980000" cy="461665"/>
          </a:xfrm>
          <a:prstGeom prst="rect">
            <a:avLst/>
          </a:prstGeom>
          <a:solidFill>
            <a:srgbClr val="1A3F6C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讨论要点</a:t>
            </a:r>
            <a:endParaRPr lang="en-US" altLang="zh-CN" sz="2400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3592" y="3444009"/>
            <a:ext cx="2177115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en-US" altLang="zh-CN" sz="1400" dirty="0"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97784" y="1787328"/>
            <a:ext cx="9957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01</a:t>
            </a:r>
            <a:endParaRPr lang="zh-CN" altLang="en-US" sz="540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82432" y="2794111"/>
            <a:ext cx="1980000" cy="461665"/>
          </a:xfrm>
          <a:prstGeom prst="rect">
            <a:avLst/>
          </a:prstGeom>
          <a:solidFill>
            <a:srgbClr val="1A3F6C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讨论要点</a:t>
            </a:r>
            <a:endParaRPr lang="en-US" altLang="zh-CN" sz="2400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50348" y="3444009"/>
            <a:ext cx="2177115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en-US" altLang="zh-CN" sz="1400" dirty="0"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74540" y="1787328"/>
            <a:ext cx="9957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02</a:t>
            </a:r>
            <a:endParaRPr lang="zh-CN" altLang="en-US" sz="540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59188" y="2794111"/>
            <a:ext cx="1980000" cy="461665"/>
          </a:xfrm>
          <a:prstGeom prst="rect">
            <a:avLst/>
          </a:prstGeom>
          <a:solidFill>
            <a:srgbClr val="F7B53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讨论要点</a:t>
            </a:r>
            <a:endParaRPr lang="en-US" altLang="zh-CN" sz="2400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27104" y="3444009"/>
            <a:ext cx="2177115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en-US" altLang="zh-CN" sz="1400" dirty="0"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51296" y="1787328"/>
            <a:ext cx="9957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7B53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03</a:t>
            </a:r>
            <a:endParaRPr lang="zh-CN" altLang="en-US" sz="5400" dirty="0">
              <a:solidFill>
                <a:srgbClr val="F7B53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935943" y="2794111"/>
            <a:ext cx="1980000" cy="461665"/>
          </a:xfrm>
          <a:prstGeom prst="rect">
            <a:avLst/>
          </a:prstGeom>
          <a:solidFill>
            <a:srgbClr val="F7B53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讨论要点</a:t>
            </a:r>
            <a:endParaRPr lang="en-US" altLang="zh-CN" sz="2400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903859" y="3444009"/>
            <a:ext cx="2177115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en-US" altLang="zh-CN" sz="1400" dirty="0"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</a:t>
            </a:r>
            <a:endParaRPr lang="zh-CN" altLang="en-US" sz="1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428051" y="1787328"/>
            <a:ext cx="9957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7B531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04</a:t>
            </a:r>
            <a:endParaRPr lang="zh-CN" altLang="en-US" sz="5400" dirty="0">
              <a:solidFill>
                <a:srgbClr val="F7B531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99112" y="477906"/>
            <a:ext cx="4173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200" spc="120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文献分类汇总</a:t>
            </a:r>
            <a:endParaRPr lang="zh-CN" altLang="en-US" sz="3200" spc="12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" name="文本框 2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/>
        </p:nvSpPr>
        <p:spPr>
          <a:xfrm>
            <a:off x="568488" y="919539"/>
            <a:ext cx="4096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Wen Xian Fen Lei Hui </a:t>
            </a:r>
            <a:r>
              <a:rPr lang="en-US" altLang="zh-CN" spc="120" dirty="0" err="1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Zong</a:t>
            </a:r>
            <a:r>
              <a:rPr lang="en-US" altLang="zh-CN" spc="120" dirty="0">
                <a:solidFill>
                  <a:srgbClr val="2A3A4A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 </a:t>
            </a:r>
            <a:endParaRPr lang="zh-CN" altLang="en-US" spc="120" dirty="0">
              <a:solidFill>
                <a:srgbClr val="2A3A4A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401342" y="1713790"/>
            <a:ext cx="3475705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rgbClr val="607796"/>
              </a:buClr>
            </a:pPr>
            <a:r>
              <a:rPr lang="zh-CN" altLang="en-US" sz="1400" dirty="0"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394076" y="4550917"/>
            <a:ext cx="3475705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rgbClr val="607796"/>
              </a:buClr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394076" y="3172593"/>
            <a:ext cx="3475705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rgbClr val="607796"/>
              </a:buClr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您的内容打在这里，或者通过复制您的文本后，在此框中选择粘贴。您的内容打在这里，或者通过复制您的文本后，在此框中选择粘贴。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750692" y="1971100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01</a:t>
            </a:r>
            <a:endParaRPr lang="zh-CN" altLang="en-US" sz="3600" b="1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60410" y="3405988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C000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02</a:t>
            </a:r>
            <a:endParaRPr lang="zh-CN" altLang="en-US" sz="3600" b="1" dirty="0">
              <a:solidFill>
                <a:srgbClr val="FFC000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760409" y="4782947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03</a:t>
            </a:r>
            <a:endParaRPr lang="zh-CN" altLang="en-US" sz="3600" b="1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1314953" y="1730504"/>
            <a:ext cx="3960812" cy="1265237"/>
            <a:chOff x="1314953" y="1730504"/>
            <a:chExt cx="3960812" cy="1265237"/>
          </a:xfrm>
        </p:grpSpPr>
        <p:grpSp>
          <p:nvGrpSpPr>
            <p:cNvPr id="33" name="组合 32"/>
            <p:cNvGrpSpPr/>
            <p:nvPr/>
          </p:nvGrpSpPr>
          <p:grpSpPr>
            <a:xfrm>
              <a:off x="1314953" y="1730504"/>
              <a:ext cx="3960812" cy="1265237"/>
              <a:chOff x="1314953" y="1730504"/>
              <a:chExt cx="3960812" cy="1265237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314953" y="1730504"/>
                <a:ext cx="1277937" cy="1265237"/>
              </a:xfrm>
              <a:prstGeom prst="rect">
                <a:avLst/>
              </a:prstGeom>
              <a:solidFill>
                <a:srgbClr val="1A3F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2699253" y="1730504"/>
                <a:ext cx="2576512" cy="126523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2699253" y="2101517"/>
                <a:ext cx="257651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bg2">
                        <a:lumMod val="25000"/>
                      </a:schemeClr>
                    </a:solidFill>
                    <a:latin typeface="字魂59号-创粗黑" panose="00000500000000000000" charset="-122"/>
                    <a:ea typeface="字魂59号-创粗黑" panose="00000500000000000000" charset="-122"/>
                  </a:rPr>
                  <a:t>国内著作</a:t>
                </a:r>
                <a:endParaRPr lang="en-US" altLang="zh-CN" sz="2400" b="1" dirty="0">
                  <a:solidFill>
                    <a:schemeClr val="bg2">
                      <a:lumMod val="25000"/>
                    </a:schemeClr>
                  </a:solidFill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</p:grpSp>
        <p:sp>
          <p:nvSpPr>
            <p:cNvPr id="36" name="magnifying-glass-and-fish_526"/>
            <p:cNvSpPr>
              <a:spLocks noChangeAspect="1"/>
            </p:cNvSpPr>
            <p:nvPr/>
          </p:nvSpPr>
          <p:spPr bwMode="auto">
            <a:xfrm>
              <a:off x="1649078" y="2135632"/>
              <a:ext cx="609685" cy="502946"/>
            </a:xfrm>
            <a:custGeom>
              <a:avLst/>
              <a:gdLst>
                <a:gd name="connsiteX0" fmla="*/ 99188 w 571775"/>
                <a:gd name="connsiteY0" fmla="*/ 147672 h 471673"/>
                <a:gd name="connsiteX1" fmla="*/ 88253 w 571775"/>
                <a:gd name="connsiteY1" fmla="*/ 157586 h 471673"/>
                <a:gd name="connsiteX2" fmla="*/ 99188 w 571775"/>
                <a:gd name="connsiteY2" fmla="*/ 168492 h 471673"/>
                <a:gd name="connsiteX3" fmla="*/ 110124 w 571775"/>
                <a:gd name="connsiteY3" fmla="*/ 157586 h 471673"/>
                <a:gd name="connsiteX4" fmla="*/ 99188 w 571775"/>
                <a:gd name="connsiteY4" fmla="*/ 147672 h 471673"/>
                <a:gd name="connsiteX5" fmla="*/ 125035 w 571775"/>
                <a:gd name="connsiteY5" fmla="*/ 107022 h 471673"/>
                <a:gd name="connsiteX6" fmla="*/ 122053 w 571775"/>
                <a:gd name="connsiteY6" fmla="*/ 225996 h 471673"/>
                <a:gd name="connsiteX7" fmla="*/ 56441 w 571775"/>
                <a:gd name="connsiteY7" fmla="*/ 171466 h 471673"/>
                <a:gd name="connsiteX8" fmla="*/ 87259 w 571775"/>
                <a:gd name="connsiteY8" fmla="*/ 187330 h 471673"/>
                <a:gd name="connsiteX9" fmla="*/ 94218 w 571775"/>
                <a:gd name="connsiteY9" fmla="*/ 186338 h 471673"/>
                <a:gd name="connsiteX10" fmla="*/ 93224 w 571775"/>
                <a:gd name="connsiteY10" fmla="*/ 182372 h 471673"/>
                <a:gd name="connsiteX11" fmla="*/ 55447 w 571775"/>
                <a:gd name="connsiteY11" fmla="*/ 164526 h 471673"/>
                <a:gd name="connsiteX12" fmla="*/ 125035 w 571775"/>
                <a:gd name="connsiteY12" fmla="*/ 107022 h 471673"/>
                <a:gd name="connsiteX13" fmla="*/ 162757 w 571775"/>
                <a:gd name="connsiteY13" fmla="*/ 98103 h 471673"/>
                <a:gd name="connsiteX14" fmla="*/ 261101 w 571775"/>
                <a:gd name="connsiteY14" fmla="*/ 151687 h 471673"/>
                <a:gd name="connsiteX15" fmla="*/ 297855 w 571775"/>
                <a:gd name="connsiteY15" fmla="*/ 135810 h 471673"/>
                <a:gd name="connsiteX16" fmla="*/ 297855 w 571775"/>
                <a:gd name="connsiteY16" fmla="*/ 198324 h 471673"/>
                <a:gd name="connsiteX17" fmla="*/ 264081 w 571775"/>
                <a:gd name="connsiteY17" fmla="*/ 178479 h 471673"/>
                <a:gd name="connsiteX18" fmla="*/ 162757 w 571775"/>
                <a:gd name="connsiteY18" fmla="*/ 236031 h 471673"/>
                <a:gd name="connsiteX19" fmla="*/ 126003 w 571775"/>
                <a:gd name="connsiteY19" fmla="*/ 228093 h 471673"/>
                <a:gd name="connsiteX20" fmla="*/ 128983 w 571775"/>
                <a:gd name="connsiteY20" fmla="*/ 105049 h 471673"/>
                <a:gd name="connsiteX21" fmla="*/ 162757 w 571775"/>
                <a:gd name="connsiteY21" fmla="*/ 98103 h 471673"/>
                <a:gd name="connsiteX22" fmla="*/ 147059 w 571775"/>
                <a:gd name="connsiteY22" fmla="*/ 26280 h 471673"/>
                <a:gd name="connsiteX23" fmla="*/ 51581 w 571775"/>
                <a:gd name="connsiteY23" fmla="*/ 85173 h 471673"/>
                <a:gd name="connsiteX24" fmla="*/ 85352 w 571775"/>
                <a:gd name="connsiteY24" fmla="*/ 288511 h 471673"/>
                <a:gd name="connsiteX25" fmla="*/ 280032 w 571775"/>
                <a:gd name="connsiteY25" fmla="*/ 266689 h 471673"/>
                <a:gd name="connsiteX26" fmla="*/ 285991 w 571775"/>
                <a:gd name="connsiteY26" fmla="*/ 253795 h 471673"/>
                <a:gd name="connsiteX27" fmla="*/ 296917 w 571775"/>
                <a:gd name="connsiteY27" fmla="*/ 242884 h 471673"/>
                <a:gd name="connsiteX28" fmla="*/ 255200 w 571775"/>
                <a:gd name="connsiteY28" fmla="*/ 51449 h 471673"/>
                <a:gd name="connsiteX29" fmla="*/ 147059 w 571775"/>
                <a:gd name="connsiteY29" fmla="*/ 26280 h 471673"/>
                <a:gd name="connsiteX30" fmla="*/ 143085 w 571775"/>
                <a:gd name="connsiteY30" fmla="*/ 2351 h 471673"/>
                <a:gd name="connsiteX31" fmla="*/ 270099 w 571775"/>
                <a:gd name="connsiteY31" fmla="*/ 31612 h 471673"/>
                <a:gd name="connsiteX32" fmla="*/ 327708 w 571775"/>
                <a:gd name="connsiteY32" fmla="*/ 234949 h 471673"/>
                <a:gd name="connsiteX33" fmla="*/ 350553 w 571775"/>
                <a:gd name="connsiteY33" fmla="*/ 242884 h 471673"/>
                <a:gd name="connsiteX34" fmla="*/ 553179 w 571775"/>
                <a:gd name="connsiteY34" fmla="*/ 388691 h 471673"/>
                <a:gd name="connsiteX35" fmla="*/ 563112 w 571775"/>
                <a:gd name="connsiteY35" fmla="*/ 452172 h 471673"/>
                <a:gd name="connsiteX36" fmla="*/ 499543 w 571775"/>
                <a:gd name="connsiteY36" fmla="*/ 463083 h 471673"/>
                <a:gd name="connsiteX37" fmla="*/ 296917 w 571775"/>
                <a:gd name="connsiteY37" fmla="*/ 317276 h 471673"/>
                <a:gd name="connsiteX38" fmla="*/ 282018 w 571775"/>
                <a:gd name="connsiteY38" fmla="*/ 298430 h 471673"/>
                <a:gd name="connsiteX39" fmla="*/ 70453 w 571775"/>
                <a:gd name="connsiteY39" fmla="*/ 308349 h 471673"/>
                <a:gd name="connsiteX40" fmla="*/ 31716 w 571775"/>
                <a:gd name="connsiteY40" fmla="*/ 71287 h 471673"/>
                <a:gd name="connsiteX41" fmla="*/ 143085 w 571775"/>
                <a:gd name="connsiteY41" fmla="*/ 2351 h 47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71775" h="471673">
                  <a:moveTo>
                    <a:pt x="99188" y="147672"/>
                  </a:moveTo>
                  <a:cubicBezTo>
                    <a:pt x="93224" y="147672"/>
                    <a:pt x="88253" y="151637"/>
                    <a:pt x="88253" y="157586"/>
                  </a:cubicBezTo>
                  <a:cubicBezTo>
                    <a:pt x="88253" y="163535"/>
                    <a:pt x="93224" y="168492"/>
                    <a:pt x="99188" y="168492"/>
                  </a:cubicBezTo>
                  <a:cubicBezTo>
                    <a:pt x="105153" y="168492"/>
                    <a:pt x="110124" y="163535"/>
                    <a:pt x="110124" y="157586"/>
                  </a:cubicBezTo>
                  <a:cubicBezTo>
                    <a:pt x="110124" y="151637"/>
                    <a:pt x="105153" y="147672"/>
                    <a:pt x="99188" y="147672"/>
                  </a:cubicBezTo>
                  <a:close/>
                  <a:moveTo>
                    <a:pt x="125035" y="107022"/>
                  </a:moveTo>
                  <a:cubicBezTo>
                    <a:pt x="128018" y="119911"/>
                    <a:pt x="145912" y="185347"/>
                    <a:pt x="122053" y="225996"/>
                  </a:cubicBezTo>
                  <a:cubicBezTo>
                    <a:pt x="90241" y="211124"/>
                    <a:pt x="65388" y="183364"/>
                    <a:pt x="56441" y="171466"/>
                  </a:cubicBezTo>
                  <a:cubicBezTo>
                    <a:pt x="63400" y="177415"/>
                    <a:pt x="75329" y="187330"/>
                    <a:pt x="87259" y="187330"/>
                  </a:cubicBezTo>
                  <a:cubicBezTo>
                    <a:pt x="89247" y="187330"/>
                    <a:pt x="91235" y="187330"/>
                    <a:pt x="94218" y="186338"/>
                  </a:cubicBezTo>
                  <a:lnTo>
                    <a:pt x="93224" y="182372"/>
                  </a:lnTo>
                  <a:cubicBezTo>
                    <a:pt x="76324" y="188321"/>
                    <a:pt x="55447" y="164526"/>
                    <a:pt x="55447" y="164526"/>
                  </a:cubicBezTo>
                  <a:cubicBezTo>
                    <a:pt x="55447" y="164526"/>
                    <a:pt x="83282" y="124868"/>
                    <a:pt x="125035" y="107022"/>
                  </a:cubicBezTo>
                  <a:close/>
                  <a:moveTo>
                    <a:pt x="162757" y="98103"/>
                  </a:moveTo>
                  <a:cubicBezTo>
                    <a:pt x="205472" y="98103"/>
                    <a:pt x="242227" y="130849"/>
                    <a:pt x="261101" y="151687"/>
                  </a:cubicBezTo>
                  <a:lnTo>
                    <a:pt x="297855" y="135810"/>
                  </a:lnTo>
                  <a:lnTo>
                    <a:pt x="297855" y="198324"/>
                  </a:lnTo>
                  <a:lnTo>
                    <a:pt x="264081" y="178479"/>
                  </a:lnTo>
                  <a:cubicBezTo>
                    <a:pt x="247193" y="198324"/>
                    <a:pt x="208452" y="236031"/>
                    <a:pt x="162757" y="236031"/>
                  </a:cubicBezTo>
                  <a:cubicBezTo>
                    <a:pt x="149844" y="236031"/>
                    <a:pt x="137923" y="233054"/>
                    <a:pt x="126003" y="228093"/>
                  </a:cubicBezTo>
                  <a:cubicBezTo>
                    <a:pt x="150837" y="184432"/>
                    <a:pt x="132957" y="116957"/>
                    <a:pt x="128983" y="105049"/>
                  </a:cubicBezTo>
                  <a:cubicBezTo>
                    <a:pt x="139910" y="100088"/>
                    <a:pt x="151830" y="98103"/>
                    <a:pt x="162757" y="98103"/>
                  </a:cubicBezTo>
                  <a:close/>
                  <a:moveTo>
                    <a:pt x="147059" y="26280"/>
                  </a:moveTo>
                  <a:cubicBezTo>
                    <a:pt x="110184" y="32355"/>
                    <a:pt x="75420" y="52441"/>
                    <a:pt x="51581" y="85173"/>
                  </a:cubicBezTo>
                  <a:cubicBezTo>
                    <a:pt x="4897" y="150638"/>
                    <a:pt x="19796" y="241892"/>
                    <a:pt x="85352" y="288511"/>
                  </a:cubicBezTo>
                  <a:cubicBezTo>
                    <a:pt x="146934" y="333146"/>
                    <a:pt x="231362" y="322235"/>
                    <a:pt x="280032" y="266689"/>
                  </a:cubicBezTo>
                  <a:cubicBezTo>
                    <a:pt x="281025" y="261730"/>
                    <a:pt x="284005" y="257762"/>
                    <a:pt x="285991" y="253795"/>
                  </a:cubicBezTo>
                  <a:cubicBezTo>
                    <a:pt x="288971" y="249827"/>
                    <a:pt x="292944" y="245860"/>
                    <a:pt x="296917" y="242884"/>
                  </a:cubicBezTo>
                  <a:cubicBezTo>
                    <a:pt x="333668" y="179403"/>
                    <a:pt x="316782" y="96084"/>
                    <a:pt x="255200" y="51449"/>
                  </a:cubicBezTo>
                  <a:cubicBezTo>
                    <a:pt x="222919" y="28140"/>
                    <a:pt x="183934" y="20205"/>
                    <a:pt x="147059" y="26280"/>
                  </a:cubicBezTo>
                  <a:close/>
                  <a:moveTo>
                    <a:pt x="143085" y="2351"/>
                  </a:moveTo>
                  <a:cubicBezTo>
                    <a:pt x="186168" y="-4840"/>
                    <a:pt x="231859" y="4335"/>
                    <a:pt x="270099" y="31612"/>
                  </a:cubicBezTo>
                  <a:cubicBezTo>
                    <a:pt x="334661" y="79222"/>
                    <a:pt x="357506" y="163533"/>
                    <a:pt x="327708" y="234949"/>
                  </a:cubicBezTo>
                  <a:cubicBezTo>
                    <a:pt x="335654" y="235941"/>
                    <a:pt x="343601" y="237925"/>
                    <a:pt x="350553" y="242884"/>
                  </a:cubicBezTo>
                  <a:lnTo>
                    <a:pt x="553179" y="388691"/>
                  </a:lnTo>
                  <a:cubicBezTo>
                    <a:pt x="573045" y="403570"/>
                    <a:pt x="578011" y="432334"/>
                    <a:pt x="563112" y="452172"/>
                  </a:cubicBezTo>
                  <a:cubicBezTo>
                    <a:pt x="548213" y="473002"/>
                    <a:pt x="519408" y="477961"/>
                    <a:pt x="499543" y="463083"/>
                  </a:cubicBezTo>
                  <a:lnTo>
                    <a:pt x="296917" y="317276"/>
                  </a:lnTo>
                  <a:cubicBezTo>
                    <a:pt x="289964" y="312316"/>
                    <a:pt x="284998" y="306365"/>
                    <a:pt x="282018" y="298430"/>
                  </a:cubicBezTo>
                  <a:cubicBezTo>
                    <a:pt x="223416" y="349016"/>
                    <a:pt x="136008" y="354967"/>
                    <a:pt x="70453" y="308349"/>
                  </a:cubicBezTo>
                  <a:cubicBezTo>
                    <a:pt x="-5035" y="253795"/>
                    <a:pt x="-22914" y="146671"/>
                    <a:pt x="31716" y="71287"/>
                  </a:cubicBezTo>
                  <a:cubicBezTo>
                    <a:pt x="59527" y="33100"/>
                    <a:pt x="100003" y="9542"/>
                    <a:pt x="143085" y="23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42" name="组合 41"/>
          <p:cNvGrpSpPr/>
          <p:nvPr/>
        </p:nvGrpSpPr>
        <p:grpSpPr>
          <a:xfrm>
            <a:off x="1314953" y="3150523"/>
            <a:ext cx="3960812" cy="1265237"/>
            <a:chOff x="1314953" y="3150523"/>
            <a:chExt cx="3960812" cy="1265237"/>
          </a:xfrm>
        </p:grpSpPr>
        <p:grpSp>
          <p:nvGrpSpPr>
            <p:cNvPr id="34" name="组合 33"/>
            <p:cNvGrpSpPr/>
            <p:nvPr/>
          </p:nvGrpSpPr>
          <p:grpSpPr>
            <a:xfrm>
              <a:off x="1314953" y="3150523"/>
              <a:ext cx="3960812" cy="1265237"/>
              <a:chOff x="1314953" y="3150523"/>
              <a:chExt cx="3960812" cy="1265237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997828" y="3150523"/>
                <a:ext cx="1277937" cy="126523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1314953" y="3150523"/>
                <a:ext cx="2576512" cy="126523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1904406" y="3510914"/>
                <a:ext cx="14157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bg2">
                        <a:lumMod val="25000"/>
                      </a:schemeClr>
                    </a:solidFill>
                    <a:latin typeface="字魂59号-创粗黑" panose="00000500000000000000" charset="-122"/>
                    <a:ea typeface="字魂59号-创粗黑" panose="00000500000000000000" charset="-122"/>
                  </a:rPr>
                  <a:t>国外著作</a:t>
                </a:r>
                <a:endParaRPr lang="en-US" altLang="zh-CN" sz="2400" b="1" dirty="0">
                  <a:solidFill>
                    <a:schemeClr val="bg2">
                      <a:lumMod val="25000"/>
                    </a:schemeClr>
                  </a:solidFill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</p:grpSp>
        <p:sp>
          <p:nvSpPr>
            <p:cNvPr id="38" name="magnifying-glass-and-fish_526"/>
            <p:cNvSpPr>
              <a:spLocks noChangeAspect="1"/>
            </p:cNvSpPr>
            <p:nvPr/>
          </p:nvSpPr>
          <p:spPr bwMode="auto">
            <a:xfrm>
              <a:off x="4346706" y="3496003"/>
              <a:ext cx="574164" cy="609685"/>
            </a:xfrm>
            <a:custGeom>
              <a:avLst/>
              <a:gdLst>
                <a:gd name="connsiteX0" fmla="*/ 75894 w 536098"/>
                <a:gd name="connsiteY0" fmla="*/ 90170 h 569264"/>
                <a:gd name="connsiteX1" fmla="*/ 148557 w 536098"/>
                <a:gd name="connsiteY1" fmla="*/ 90170 h 569264"/>
                <a:gd name="connsiteX2" fmla="*/ 148557 w 536098"/>
                <a:gd name="connsiteY2" fmla="*/ 146629 h 569264"/>
                <a:gd name="connsiteX3" fmla="*/ 119492 w 536098"/>
                <a:gd name="connsiteY3" fmla="*/ 146629 h 569264"/>
                <a:gd name="connsiteX4" fmla="*/ 77508 w 536098"/>
                <a:gd name="connsiteY4" fmla="*/ 362786 h 569264"/>
                <a:gd name="connsiteX5" fmla="*/ 171164 w 536098"/>
                <a:gd name="connsiteY5" fmla="*/ 362786 h 569264"/>
                <a:gd name="connsiteX6" fmla="*/ 179238 w 536098"/>
                <a:gd name="connsiteY6" fmla="*/ 370851 h 569264"/>
                <a:gd name="connsiteX7" fmla="*/ 179238 w 536098"/>
                <a:gd name="connsiteY7" fmla="*/ 436989 h 569264"/>
                <a:gd name="connsiteX8" fmla="*/ 200230 w 536098"/>
                <a:gd name="connsiteY8" fmla="*/ 459573 h 569264"/>
                <a:gd name="connsiteX9" fmla="*/ 334254 w 536098"/>
                <a:gd name="connsiteY9" fmla="*/ 459573 h 569264"/>
                <a:gd name="connsiteX10" fmla="*/ 355246 w 536098"/>
                <a:gd name="connsiteY10" fmla="*/ 436989 h 569264"/>
                <a:gd name="connsiteX11" fmla="*/ 355246 w 536098"/>
                <a:gd name="connsiteY11" fmla="*/ 370851 h 569264"/>
                <a:gd name="connsiteX12" fmla="*/ 363320 w 536098"/>
                <a:gd name="connsiteY12" fmla="*/ 362786 h 569264"/>
                <a:gd name="connsiteX13" fmla="*/ 458590 w 536098"/>
                <a:gd name="connsiteY13" fmla="*/ 362786 h 569264"/>
                <a:gd name="connsiteX14" fmla="*/ 421451 w 536098"/>
                <a:gd name="connsiteY14" fmla="*/ 146629 h 569264"/>
                <a:gd name="connsiteX15" fmla="*/ 382697 w 536098"/>
                <a:gd name="connsiteY15" fmla="*/ 146629 h 569264"/>
                <a:gd name="connsiteX16" fmla="*/ 382697 w 536098"/>
                <a:gd name="connsiteY16" fmla="*/ 90170 h 569264"/>
                <a:gd name="connsiteX17" fmla="*/ 461820 w 536098"/>
                <a:gd name="connsiteY17" fmla="*/ 90170 h 569264"/>
                <a:gd name="connsiteX18" fmla="*/ 469893 w 536098"/>
                <a:gd name="connsiteY18" fmla="*/ 95009 h 569264"/>
                <a:gd name="connsiteX19" fmla="*/ 534483 w 536098"/>
                <a:gd name="connsiteY19" fmla="*/ 362786 h 569264"/>
                <a:gd name="connsiteX20" fmla="*/ 536098 w 536098"/>
                <a:gd name="connsiteY20" fmla="*/ 366012 h 569264"/>
                <a:gd name="connsiteX21" fmla="*/ 536098 w 536098"/>
                <a:gd name="connsiteY21" fmla="*/ 561199 h 569264"/>
                <a:gd name="connsiteX22" fmla="*/ 526410 w 536098"/>
                <a:gd name="connsiteY22" fmla="*/ 569264 h 569264"/>
                <a:gd name="connsiteX23" fmla="*/ 8074 w 536098"/>
                <a:gd name="connsiteY23" fmla="*/ 569264 h 569264"/>
                <a:gd name="connsiteX24" fmla="*/ 0 w 536098"/>
                <a:gd name="connsiteY24" fmla="*/ 561199 h 569264"/>
                <a:gd name="connsiteX25" fmla="*/ 0 w 536098"/>
                <a:gd name="connsiteY25" fmla="*/ 369238 h 569264"/>
                <a:gd name="connsiteX26" fmla="*/ 0 w 536098"/>
                <a:gd name="connsiteY26" fmla="*/ 366012 h 569264"/>
                <a:gd name="connsiteX27" fmla="*/ 67820 w 536098"/>
                <a:gd name="connsiteY27" fmla="*/ 95009 h 569264"/>
                <a:gd name="connsiteX28" fmla="*/ 75894 w 536098"/>
                <a:gd name="connsiteY28" fmla="*/ 90170 h 569264"/>
                <a:gd name="connsiteX29" fmla="*/ 193669 w 536098"/>
                <a:gd name="connsiteY29" fmla="*/ 0 h 569264"/>
                <a:gd name="connsiteX30" fmla="*/ 342230 w 536098"/>
                <a:gd name="connsiteY30" fmla="*/ 0 h 569264"/>
                <a:gd name="connsiteX31" fmla="*/ 342230 w 536098"/>
                <a:gd name="connsiteY31" fmla="*/ 235472 h 569264"/>
                <a:gd name="connsiteX32" fmla="*/ 413280 w 536098"/>
                <a:gd name="connsiteY32" fmla="*/ 235472 h 569264"/>
                <a:gd name="connsiteX33" fmla="*/ 266335 w 536098"/>
                <a:gd name="connsiteY33" fmla="*/ 395142 h 569264"/>
                <a:gd name="connsiteX34" fmla="*/ 121004 w 536098"/>
                <a:gd name="connsiteY34" fmla="*/ 232247 h 569264"/>
                <a:gd name="connsiteX35" fmla="*/ 193669 w 536098"/>
                <a:gd name="connsiteY35" fmla="*/ 232247 h 56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36098" h="569264">
                  <a:moveTo>
                    <a:pt x="75894" y="90170"/>
                  </a:moveTo>
                  <a:lnTo>
                    <a:pt x="148557" y="90170"/>
                  </a:lnTo>
                  <a:lnTo>
                    <a:pt x="148557" y="146629"/>
                  </a:lnTo>
                  <a:lnTo>
                    <a:pt x="119492" y="146629"/>
                  </a:lnTo>
                  <a:lnTo>
                    <a:pt x="77508" y="362786"/>
                  </a:lnTo>
                  <a:lnTo>
                    <a:pt x="171164" y="362786"/>
                  </a:lnTo>
                  <a:cubicBezTo>
                    <a:pt x="176008" y="362786"/>
                    <a:pt x="179238" y="366012"/>
                    <a:pt x="179238" y="370851"/>
                  </a:cubicBezTo>
                  <a:lnTo>
                    <a:pt x="179238" y="436989"/>
                  </a:lnTo>
                  <a:cubicBezTo>
                    <a:pt x="179238" y="449894"/>
                    <a:pt x="188926" y="459573"/>
                    <a:pt x="200230" y="459573"/>
                  </a:cubicBezTo>
                  <a:lnTo>
                    <a:pt x="334254" y="459573"/>
                  </a:lnTo>
                  <a:cubicBezTo>
                    <a:pt x="345557" y="459573"/>
                    <a:pt x="355246" y="449894"/>
                    <a:pt x="355246" y="436989"/>
                  </a:cubicBezTo>
                  <a:lnTo>
                    <a:pt x="355246" y="370851"/>
                  </a:lnTo>
                  <a:cubicBezTo>
                    <a:pt x="355246" y="366012"/>
                    <a:pt x="358475" y="362786"/>
                    <a:pt x="363320" y="362786"/>
                  </a:cubicBezTo>
                  <a:lnTo>
                    <a:pt x="458590" y="362786"/>
                  </a:lnTo>
                  <a:lnTo>
                    <a:pt x="421451" y="146629"/>
                  </a:lnTo>
                  <a:lnTo>
                    <a:pt x="382697" y="146629"/>
                  </a:lnTo>
                  <a:lnTo>
                    <a:pt x="382697" y="90170"/>
                  </a:lnTo>
                  <a:lnTo>
                    <a:pt x="461820" y="90170"/>
                  </a:lnTo>
                  <a:cubicBezTo>
                    <a:pt x="465049" y="90170"/>
                    <a:pt x="468279" y="91783"/>
                    <a:pt x="469893" y="95009"/>
                  </a:cubicBezTo>
                  <a:lnTo>
                    <a:pt x="534483" y="362786"/>
                  </a:lnTo>
                  <a:cubicBezTo>
                    <a:pt x="534483" y="364399"/>
                    <a:pt x="536098" y="366012"/>
                    <a:pt x="536098" y="366012"/>
                  </a:cubicBezTo>
                  <a:lnTo>
                    <a:pt x="536098" y="561199"/>
                  </a:lnTo>
                  <a:cubicBezTo>
                    <a:pt x="536098" y="566038"/>
                    <a:pt x="531254" y="569264"/>
                    <a:pt x="526410" y="569264"/>
                  </a:cubicBezTo>
                  <a:lnTo>
                    <a:pt x="8074" y="569264"/>
                  </a:lnTo>
                  <a:cubicBezTo>
                    <a:pt x="3230" y="569264"/>
                    <a:pt x="0" y="566038"/>
                    <a:pt x="0" y="561199"/>
                  </a:cubicBezTo>
                  <a:lnTo>
                    <a:pt x="0" y="369238"/>
                  </a:lnTo>
                  <a:cubicBezTo>
                    <a:pt x="0" y="369238"/>
                    <a:pt x="0" y="367625"/>
                    <a:pt x="0" y="366012"/>
                  </a:cubicBezTo>
                  <a:lnTo>
                    <a:pt x="67820" y="95009"/>
                  </a:lnTo>
                  <a:cubicBezTo>
                    <a:pt x="67820" y="91783"/>
                    <a:pt x="71049" y="90170"/>
                    <a:pt x="75894" y="90170"/>
                  </a:cubicBezTo>
                  <a:close/>
                  <a:moveTo>
                    <a:pt x="193669" y="0"/>
                  </a:moveTo>
                  <a:lnTo>
                    <a:pt x="342230" y="0"/>
                  </a:lnTo>
                  <a:lnTo>
                    <a:pt x="342230" y="235472"/>
                  </a:lnTo>
                  <a:lnTo>
                    <a:pt x="413280" y="235472"/>
                  </a:lnTo>
                  <a:lnTo>
                    <a:pt x="266335" y="395142"/>
                  </a:lnTo>
                  <a:lnTo>
                    <a:pt x="121004" y="232247"/>
                  </a:lnTo>
                  <a:lnTo>
                    <a:pt x="193669" y="2322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314953" y="4570542"/>
            <a:ext cx="3971131" cy="1265237"/>
            <a:chOff x="1314953" y="4570542"/>
            <a:chExt cx="3971131" cy="1265237"/>
          </a:xfrm>
        </p:grpSpPr>
        <p:grpSp>
          <p:nvGrpSpPr>
            <p:cNvPr id="35" name="组合 34"/>
            <p:cNvGrpSpPr/>
            <p:nvPr/>
          </p:nvGrpSpPr>
          <p:grpSpPr>
            <a:xfrm>
              <a:off x="1314953" y="4570542"/>
              <a:ext cx="3971131" cy="1265237"/>
              <a:chOff x="1314953" y="4570542"/>
              <a:chExt cx="3971131" cy="1265237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314953" y="4570542"/>
                <a:ext cx="1277937" cy="1265237"/>
              </a:xfrm>
              <a:prstGeom prst="rect">
                <a:avLst/>
              </a:prstGeom>
              <a:solidFill>
                <a:srgbClr val="1A3F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2709572" y="4570542"/>
                <a:ext cx="2576512" cy="126523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3279623" y="4972327"/>
                <a:ext cx="14157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bg2">
                        <a:lumMod val="25000"/>
                      </a:schemeClr>
                    </a:solidFill>
                    <a:latin typeface="字魂59号-创粗黑" panose="00000500000000000000" charset="-122"/>
                    <a:ea typeface="字魂59号-创粗黑" panose="00000500000000000000" charset="-122"/>
                  </a:rPr>
                  <a:t>网络资料</a:t>
                </a:r>
                <a:endParaRPr lang="en-US" altLang="zh-CN" sz="2400" b="1" dirty="0">
                  <a:solidFill>
                    <a:schemeClr val="bg2">
                      <a:lumMod val="25000"/>
                    </a:schemeClr>
                  </a:solidFill>
                  <a:latin typeface="字魂59号-创粗黑" panose="00000500000000000000" charset="-122"/>
                  <a:ea typeface="字魂59号-创粗黑" panose="00000500000000000000" charset="-122"/>
                </a:endParaRPr>
              </a:p>
            </p:txBody>
          </p:sp>
        </p:grpSp>
        <p:sp>
          <p:nvSpPr>
            <p:cNvPr id="40" name="magnifying-glass-and-fish_526"/>
            <p:cNvSpPr>
              <a:spLocks noChangeAspect="1"/>
            </p:cNvSpPr>
            <p:nvPr/>
          </p:nvSpPr>
          <p:spPr bwMode="auto">
            <a:xfrm>
              <a:off x="1599564" y="4898746"/>
              <a:ext cx="609684" cy="608825"/>
            </a:xfrm>
            <a:custGeom>
              <a:avLst/>
              <a:gdLst>
                <a:gd name="connsiteX0" fmla="*/ 154418 w 607579"/>
                <a:gd name="connsiteY0" fmla="*/ 354185 h 606722"/>
                <a:gd name="connsiteX1" fmla="*/ 70935 w 607579"/>
                <a:gd name="connsiteY1" fmla="*/ 389362 h 606722"/>
                <a:gd name="connsiteX2" fmla="*/ 70935 w 607579"/>
                <a:gd name="connsiteY2" fmla="*/ 556159 h 606722"/>
                <a:gd name="connsiteX3" fmla="*/ 202571 w 607579"/>
                <a:gd name="connsiteY3" fmla="*/ 556159 h 606722"/>
                <a:gd name="connsiteX4" fmla="*/ 261403 w 607579"/>
                <a:gd name="connsiteY4" fmla="*/ 551716 h 606722"/>
                <a:gd name="connsiteX5" fmla="*/ 394907 w 607579"/>
                <a:gd name="connsiteY5" fmla="*/ 531544 h 606722"/>
                <a:gd name="connsiteX6" fmla="*/ 405855 w 607579"/>
                <a:gd name="connsiteY6" fmla="*/ 530299 h 606722"/>
                <a:gd name="connsiteX7" fmla="*/ 429530 w 607579"/>
                <a:gd name="connsiteY7" fmla="*/ 518481 h 606722"/>
                <a:gd name="connsiteX8" fmla="*/ 430242 w 607579"/>
                <a:gd name="connsiteY8" fmla="*/ 517859 h 606722"/>
                <a:gd name="connsiteX9" fmla="*/ 584039 w 607579"/>
                <a:gd name="connsiteY9" fmla="*/ 398248 h 606722"/>
                <a:gd name="connsiteX10" fmla="*/ 585641 w 607579"/>
                <a:gd name="connsiteY10" fmla="*/ 385808 h 606722"/>
                <a:gd name="connsiteX11" fmla="*/ 531349 w 607579"/>
                <a:gd name="connsiteY11" fmla="*/ 390162 h 606722"/>
                <a:gd name="connsiteX12" fmla="*/ 444037 w 607579"/>
                <a:gd name="connsiteY12" fmla="*/ 443480 h 606722"/>
                <a:gd name="connsiteX13" fmla="*/ 328511 w 607579"/>
                <a:gd name="connsiteY13" fmla="*/ 455299 h 606722"/>
                <a:gd name="connsiteX14" fmla="*/ 323082 w 607579"/>
                <a:gd name="connsiteY14" fmla="*/ 455121 h 606722"/>
                <a:gd name="connsiteX15" fmla="*/ 310710 w 607579"/>
                <a:gd name="connsiteY15" fmla="*/ 455032 h 606722"/>
                <a:gd name="connsiteX16" fmla="*/ 212629 w 607579"/>
                <a:gd name="connsiteY16" fmla="*/ 455032 h 606722"/>
                <a:gd name="connsiteX17" fmla="*/ 182279 w 607579"/>
                <a:gd name="connsiteY17" fmla="*/ 475293 h 606722"/>
                <a:gd name="connsiteX18" fmla="*/ 172132 w 607579"/>
                <a:gd name="connsiteY18" fmla="*/ 485335 h 606722"/>
                <a:gd name="connsiteX19" fmla="*/ 162075 w 607579"/>
                <a:gd name="connsiteY19" fmla="*/ 475293 h 606722"/>
                <a:gd name="connsiteX20" fmla="*/ 212629 w 607579"/>
                <a:gd name="connsiteY20" fmla="*/ 434771 h 606722"/>
                <a:gd name="connsiteX21" fmla="*/ 311066 w 607579"/>
                <a:gd name="connsiteY21" fmla="*/ 434771 h 606722"/>
                <a:gd name="connsiteX22" fmla="*/ 322281 w 607579"/>
                <a:gd name="connsiteY22" fmla="*/ 434949 h 606722"/>
                <a:gd name="connsiteX23" fmla="*/ 350317 w 607579"/>
                <a:gd name="connsiteY23" fmla="*/ 426862 h 606722"/>
                <a:gd name="connsiteX24" fmla="*/ 345778 w 607579"/>
                <a:gd name="connsiteY24" fmla="*/ 412733 h 606722"/>
                <a:gd name="connsiteX25" fmla="*/ 289795 w 607579"/>
                <a:gd name="connsiteY25" fmla="*/ 383941 h 606722"/>
                <a:gd name="connsiteX26" fmla="*/ 250277 w 607579"/>
                <a:gd name="connsiteY26" fmla="*/ 383941 h 606722"/>
                <a:gd name="connsiteX27" fmla="*/ 180054 w 607579"/>
                <a:gd name="connsiteY27" fmla="*/ 361281 h 606722"/>
                <a:gd name="connsiteX28" fmla="*/ 154418 w 607579"/>
                <a:gd name="connsiteY28" fmla="*/ 354185 h 606722"/>
                <a:gd name="connsiteX29" fmla="*/ 161890 w 607579"/>
                <a:gd name="connsiteY29" fmla="*/ 334222 h 606722"/>
                <a:gd name="connsiteX30" fmla="*/ 192247 w 607579"/>
                <a:gd name="connsiteY30" fmla="*/ 345108 h 606722"/>
                <a:gd name="connsiteX31" fmla="*/ 250277 w 607579"/>
                <a:gd name="connsiteY31" fmla="*/ 363769 h 606722"/>
                <a:gd name="connsiteX32" fmla="*/ 289795 w 607579"/>
                <a:gd name="connsiteY32" fmla="*/ 363769 h 606722"/>
                <a:gd name="connsiteX33" fmla="*/ 362599 w 607579"/>
                <a:gd name="connsiteY33" fmla="*/ 401536 h 606722"/>
                <a:gd name="connsiteX34" fmla="*/ 368740 w 607579"/>
                <a:gd name="connsiteY34" fmla="*/ 435304 h 606722"/>
                <a:gd name="connsiteX35" fmla="*/ 433980 w 607579"/>
                <a:gd name="connsiteY35" fmla="*/ 425885 h 606722"/>
                <a:gd name="connsiteX36" fmla="*/ 521292 w 607579"/>
                <a:gd name="connsiteY36" fmla="*/ 372567 h 606722"/>
                <a:gd name="connsiteX37" fmla="*/ 602107 w 607579"/>
                <a:gd name="connsiteY37" fmla="*/ 373989 h 606722"/>
                <a:gd name="connsiteX38" fmla="*/ 596856 w 607579"/>
                <a:gd name="connsiteY38" fmla="*/ 413977 h 606722"/>
                <a:gd name="connsiteX39" fmla="*/ 596589 w 607579"/>
                <a:gd name="connsiteY39" fmla="*/ 414155 h 606722"/>
                <a:gd name="connsiteX40" fmla="*/ 443147 w 607579"/>
                <a:gd name="connsiteY40" fmla="*/ 533499 h 606722"/>
                <a:gd name="connsiteX41" fmla="*/ 409682 w 607579"/>
                <a:gd name="connsiteY41" fmla="*/ 550205 h 606722"/>
                <a:gd name="connsiteX42" fmla="*/ 395708 w 607579"/>
                <a:gd name="connsiteY42" fmla="*/ 551804 h 606722"/>
                <a:gd name="connsiteX43" fmla="*/ 264429 w 607579"/>
                <a:gd name="connsiteY43" fmla="*/ 571710 h 606722"/>
                <a:gd name="connsiteX44" fmla="*/ 202571 w 607579"/>
                <a:gd name="connsiteY44" fmla="*/ 576331 h 606722"/>
                <a:gd name="connsiteX45" fmla="*/ 70935 w 607579"/>
                <a:gd name="connsiteY45" fmla="*/ 576331 h 606722"/>
                <a:gd name="connsiteX46" fmla="*/ 70935 w 607579"/>
                <a:gd name="connsiteY46" fmla="*/ 606722 h 606722"/>
                <a:gd name="connsiteX47" fmla="*/ 0 w 607579"/>
                <a:gd name="connsiteY47" fmla="*/ 606722 h 606722"/>
                <a:gd name="connsiteX48" fmla="*/ 0 w 607579"/>
                <a:gd name="connsiteY48" fmla="*/ 343775 h 606722"/>
                <a:gd name="connsiteX49" fmla="*/ 70935 w 607579"/>
                <a:gd name="connsiteY49" fmla="*/ 343775 h 606722"/>
                <a:gd name="connsiteX50" fmla="*/ 70935 w 607579"/>
                <a:gd name="connsiteY50" fmla="*/ 365013 h 606722"/>
                <a:gd name="connsiteX51" fmla="*/ 161890 w 607579"/>
                <a:gd name="connsiteY51" fmla="*/ 334222 h 606722"/>
                <a:gd name="connsiteX52" fmla="*/ 235495 w 607579"/>
                <a:gd name="connsiteY52" fmla="*/ 0 h 606722"/>
                <a:gd name="connsiteX53" fmla="*/ 323353 w 607579"/>
                <a:gd name="connsiteY53" fmla="*/ 53765 h 606722"/>
                <a:gd name="connsiteX54" fmla="*/ 411299 w 607579"/>
                <a:gd name="connsiteY54" fmla="*/ 0 h 606722"/>
                <a:gd name="connsiteX55" fmla="*/ 520787 w 607579"/>
                <a:gd name="connsiteY55" fmla="*/ 102198 h 606722"/>
                <a:gd name="connsiteX56" fmla="*/ 517404 w 607579"/>
                <a:gd name="connsiteY56" fmla="*/ 142099 h 606722"/>
                <a:gd name="connsiteX57" fmla="*/ 463016 w 607579"/>
                <a:gd name="connsiteY57" fmla="*/ 228390 h 606722"/>
                <a:gd name="connsiteX58" fmla="*/ 334212 w 607579"/>
                <a:gd name="connsiteY58" fmla="*/ 338497 h 606722"/>
                <a:gd name="connsiteX59" fmla="*/ 325756 w 607579"/>
                <a:gd name="connsiteY59" fmla="*/ 341607 h 606722"/>
                <a:gd name="connsiteX60" fmla="*/ 317389 w 607579"/>
                <a:gd name="connsiteY60" fmla="*/ 338497 h 606722"/>
                <a:gd name="connsiteX61" fmla="*/ 188585 w 607579"/>
                <a:gd name="connsiteY61" fmla="*/ 228390 h 606722"/>
                <a:gd name="connsiteX62" fmla="*/ 134108 w 607579"/>
                <a:gd name="connsiteY62" fmla="*/ 142099 h 606722"/>
                <a:gd name="connsiteX63" fmla="*/ 130815 w 607579"/>
                <a:gd name="connsiteY63" fmla="*/ 102198 h 606722"/>
                <a:gd name="connsiteX64" fmla="*/ 235495 w 607579"/>
                <a:gd name="connsiteY6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07579" h="606722">
                  <a:moveTo>
                    <a:pt x="154418" y="354185"/>
                  </a:moveTo>
                  <a:cubicBezTo>
                    <a:pt x="125389" y="354989"/>
                    <a:pt x="89025" y="376299"/>
                    <a:pt x="70935" y="389362"/>
                  </a:cubicBezTo>
                  <a:lnTo>
                    <a:pt x="70935" y="556159"/>
                  </a:lnTo>
                  <a:lnTo>
                    <a:pt x="202571" y="556159"/>
                  </a:lnTo>
                  <a:cubicBezTo>
                    <a:pt x="222241" y="556159"/>
                    <a:pt x="242000" y="554648"/>
                    <a:pt x="261403" y="551716"/>
                  </a:cubicBezTo>
                  <a:lnTo>
                    <a:pt x="394907" y="531544"/>
                  </a:lnTo>
                  <a:cubicBezTo>
                    <a:pt x="398467" y="531544"/>
                    <a:pt x="402206" y="531099"/>
                    <a:pt x="405855" y="530299"/>
                  </a:cubicBezTo>
                  <a:cubicBezTo>
                    <a:pt x="414844" y="529055"/>
                    <a:pt x="422676" y="524968"/>
                    <a:pt x="429530" y="518481"/>
                  </a:cubicBezTo>
                  <a:lnTo>
                    <a:pt x="430242" y="517859"/>
                  </a:lnTo>
                  <a:lnTo>
                    <a:pt x="584039" y="398248"/>
                  </a:lnTo>
                  <a:cubicBezTo>
                    <a:pt x="587688" y="395138"/>
                    <a:pt x="588489" y="389718"/>
                    <a:pt x="585641" y="385808"/>
                  </a:cubicBezTo>
                  <a:cubicBezTo>
                    <a:pt x="577275" y="374166"/>
                    <a:pt x="573092" y="368213"/>
                    <a:pt x="531349" y="390162"/>
                  </a:cubicBezTo>
                  <a:lnTo>
                    <a:pt x="444037" y="443480"/>
                  </a:lnTo>
                  <a:cubicBezTo>
                    <a:pt x="420540" y="455921"/>
                    <a:pt x="376039" y="456098"/>
                    <a:pt x="328511" y="455299"/>
                  </a:cubicBezTo>
                  <a:cubicBezTo>
                    <a:pt x="326642" y="455210"/>
                    <a:pt x="324862" y="455210"/>
                    <a:pt x="323082" y="455121"/>
                  </a:cubicBezTo>
                  <a:cubicBezTo>
                    <a:pt x="317475" y="455388"/>
                    <a:pt x="313024" y="455210"/>
                    <a:pt x="310710" y="455032"/>
                  </a:cubicBezTo>
                  <a:lnTo>
                    <a:pt x="212629" y="455032"/>
                  </a:lnTo>
                  <a:cubicBezTo>
                    <a:pt x="182279" y="455032"/>
                    <a:pt x="182279" y="470228"/>
                    <a:pt x="182279" y="475293"/>
                  </a:cubicBezTo>
                  <a:cubicBezTo>
                    <a:pt x="182279" y="480803"/>
                    <a:pt x="177740" y="485335"/>
                    <a:pt x="172132" y="485335"/>
                  </a:cubicBezTo>
                  <a:cubicBezTo>
                    <a:pt x="166525" y="485335"/>
                    <a:pt x="162075" y="480803"/>
                    <a:pt x="162075" y="475293"/>
                  </a:cubicBezTo>
                  <a:cubicBezTo>
                    <a:pt x="162075" y="449967"/>
                    <a:pt x="180944" y="434771"/>
                    <a:pt x="212629" y="434771"/>
                  </a:cubicBezTo>
                  <a:lnTo>
                    <a:pt x="311066" y="434771"/>
                  </a:lnTo>
                  <a:cubicBezTo>
                    <a:pt x="314359" y="434771"/>
                    <a:pt x="318187" y="434860"/>
                    <a:pt x="322281" y="434949"/>
                  </a:cubicBezTo>
                  <a:cubicBezTo>
                    <a:pt x="335008" y="434416"/>
                    <a:pt x="347558" y="431483"/>
                    <a:pt x="350317" y="426862"/>
                  </a:cubicBezTo>
                  <a:cubicBezTo>
                    <a:pt x="351741" y="424374"/>
                    <a:pt x="350050" y="419131"/>
                    <a:pt x="345778" y="412733"/>
                  </a:cubicBezTo>
                  <a:cubicBezTo>
                    <a:pt x="333673" y="394694"/>
                    <a:pt x="312757" y="383941"/>
                    <a:pt x="289795" y="383941"/>
                  </a:cubicBezTo>
                  <a:lnTo>
                    <a:pt x="250277" y="383941"/>
                  </a:lnTo>
                  <a:cubicBezTo>
                    <a:pt x="224466" y="383941"/>
                    <a:pt x="199545" y="375944"/>
                    <a:pt x="180054" y="361281"/>
                  </a:cubicBezTo>
                  <a:cubicBezTo>
                    <a:pt x="172956" y="355927"/>
                    <a:pt x="164094" y="353916"/>
                    <a:pt x="154418" y="354185"/>
                  </a:cubicBezTo>
                  <a:close/>
                  <a:moveTo>
                    <a:pt x="161890" y="334222"/>
                  </a:moveTo>
                  <a:cubicBezTo>
                    <a:pt x="172789" y="335017"/>
                    <a:pt x="183169" y="338288"/>
                    <a:pt x="192247" y="345108"/>
                  </a:cubicBezTo>
                  <a:cubicBezTo>
                    <a:pt x="208268" y="357105"/>
                    <a:pt x="228827" y="363769"/>
                    <a:pt x="250277" y="363769"/>
                  </a:cubicBezTo>
                  <a:lnTo>
                    <a:pt x="289795" y="363769"/>
                  </a:lnTo>
                  <a:cubicBezTo>
                    <a:pt x="319522" y="363769"/>
                    <a:pt x="346757" y="377899"/>
                    <a:pt x="362599" y="401536"/>
                  </a:cubicBezTo>
                  <a:cubicBezTo>
                    <a:pt x="371233" y="414422"/>
                    <a:pt x="373280" y="425707"/>
                    <a:pt x="368740" y="435304"/>
                  </a:cubicBezTo>
                  <a:cubicBezTo>
                    <a:pt x="394462" y="434860"/>
                    <a:pt x="421074" y="432727"/>
                    <a:pt x="433980" y="425885"/>
                  </a:cubicBezTo>
                  <a:lnTo>
                    <a:pt x="521292" y="372567"/>
                  </a:lnTo>
                  <a:cubicBezTo>
                    <a:pt x="566328" y="348929"/>
                    <a:pt x="584395" y="349285"/>
                    <a:pt x="602107" y="373989"/>
                  </a:cubicBezTo>
                  <a:cubicBezTo>
                    <a:pt x="611096" y="386518"/>
                    <a:pt x="608782" y="404025"/>
                    <a:pt x="596856" y="413977"/>
                  </a:cubicBezTo>
                  <a:lnTo>
                    <a:pt x="596589" y="414155"/>
                  </a:lnTo>
                  <a:lnTo>
                    <a:pt x="443147" y="533499"/>
                  </a:lnTo>
                  <a:cubicBezTo>
                    <a:pt x="433357" y="542740"/>
                    <a:pt x="421786" y="548516"/>
                    <a:pt x="409682" y="550205"/>
                  </a:cubicBezTo>
                  <a:cubicBezTo>
                    <a:pt x="405321" y="551093"/>
                    <a:pt x="400515" y="551716"/>
                    <a:pt x="395708" y="551804"/>
                  </a:cubicBezTo>
                  <a:lnTo>
                    <a:pt x="264429" y="571710"/>
                  </a:lnTo>
                  <a:cubicBezTo>
                    <a:pt x="244047" y="574820"/>
                    <a:pt x="223220" y="576331"/>
                    <a:pt x="202571" y="576331"/>
                  </a:cubicBezTo>
                  <a:lnTo>
                    <a:pt x="70935" y="576331"/>
                  </a:lnTo>
                  <a:lnTo>
                    <a:pt x="70935" y="606722"/>
                  </a:lnTo>
                  <a:lnTo>
                    <a:pt x="0" y="606722"/>
                  </a:lnTo>
                  <a:lnTo>
                    <a:pt x="0" y="343775"/>
                  </a:lnTo>
                  <a:lnTo>
                    <a:pt x="70935" y="343775"/>
                  </a:lnTo>
                  <a:lnTo>
                    <a:pt x="70935" y="365013"/>
                  </a:lnTo>
                  <a:cubicBezTo>
                    <a:pt x="91829" y="351751"/>
                    <a:pt x="129194" y="331840"/>
                    <a:pt x="161890" y="334222"/>
                  </a:cubicBezTo>
                  <a:close/>
                  <a:moveTo>
                    <a:pt x="235495" y="0"/>
                  </a:moveTo>
                  <a:cubicBezTo>
                    <a:pt x="273416" y="0"/>
                    <a:pt x="304927" y="24883"/>
                    <a:pt x="323353" y="53765"/>
                  </a:cubicBezTo>
                  <a:cubicBezTo>
                    <a:pt x="341868" y="24883"/>
                    <a:pt x="373290" y="0"/>
                    <a:pt x="411299" y="0"/>
                  </a:cubicBezTo>
                  <a:cubicBezTo>
                    <a:pt x="468090" y="0"/>
                    <a:pt x="515179" y="43901"/>
                    <a:pt x="520787" y="102198"/>
                  </a:cubicBezTo>
                  <a:cubicBezTo>
                    <a:pt x="521321" y="105575"/>
                    <a:pt x="523101" y="119438"/>
                    <a:pt x="517404" y="142099"/>
                  </a:cubicBezTo>
                  <a:cubicBezTo>
                    <a:pt x="509304" y="174980"/>
                    <a:pt x="490433" y="204840"/>
                    <a:pt x="463016" y="228390"/>
                  </a:cubicBezTo>
                  <a:lnTo>
                    <a:pt x="334212" y="338497"/>
                  </a:lnTo>
                  <a:cubicBezTo>
                    <a:pt x="331809" y="340541"/>
                    <a:pt x="328783" y="341607"/>
                    <a:pt x="325756" y="341607"/>
                  </a:cubicBezTo>
                  <a:cubicBezTo>
                    <a:pt x="322819" y="341607"/>
                    <a:pt x="319792" y="340541"/>
                    <a:pt x="317389" y="338497"/>
                  </a:cubicBezTo>
                  <a:lnTo>
                    <a:pt x="188585" y="228390"/>
                  </a:lnTo>
                  <a:cubicBezTo>
                    <a:pt x="161079" y="204840"/>
                    <a:pt x="142297" y="174980"/>
                    <a:pt x="134108" y="142099"/>
                  </a:cubicBezTo>
                  <a:cubicBezTo>
                    <a:pt x="128500" y="119438"/>
                    <a:pt x="130191" y="105575"/>
                    <a:pt x="130815" y="102198"/>
                  </a:cubicBezTo>
                  <a:cubicBezTo>
                    <a:pt x="136600" y="42034"/>
                    <a:pt x="179594" y="0"/>
                    <a:pt x="2354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Edges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101" y="231648"/>
            <a:ext cx="1994268" cy="53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2894117" y="1656348"/>
            <a:ext cx="790222" cy="701296"/>
            <a:chOff x="649053" y="2256869"/>
            <a:chExt cx="860826" cy="763954"/>
          </a:xfrm>
          <a:solidFill>
            <a:srgbClr val="1A3F6C"/>
          </a:solidFill>
        </p:grpSpPr>
        <p:sp>
          <p:nvSpPr>
            <p:cNvPr id="24" name="Freeform 5"/>
            <p:cNvSpPr/>
            <p:nvPr/>
          </p:nvSpPr>
          <p:spPr bwMode="auto">
            <a:xfrm>
              <a:off x="649053" y="2256869"/>
              <a:ext cx="860826" cy="763954"/>
            </a:xfrm>
            <a:custGeom>
              <a:avLst/>
              <a:gdLst>
                <a:gd name="T0" fmla="*/ 2061 w 4096"/>
                <a:gd name="T1" fmla="*/ 0 h 3632"/>
                <a:gd name="T2" fmla="*/ 2066 w 4096"/>
                <a:gd name="T3" fmla="*/ 0 h 3632"/>
                <a:gd name="T4" fmla="*/ 2107 w 4096"/>
                <a:gd name="T5" fmla="*/ 29 h 3632"/>
                <a:gd name="T6" fmla="*/ 4096 w 4096"/>
                <a:gd name="T7" fmla="*/ 1304 h 3632"/>
                <a:gd name="T8" fmla="*/ 4096 w 4096"/>
                <a:gd name="T9" fmla="*/ 1306 h 3632"/>
                <a:gd name="T10" fmla="*/ 4089 w 4096"/>
                <a:gd name="T11" fmla="*/ 1308 h 3632"/>
                <a:gd name="T12" fmla="*/ 3367 w 4096"/>
                <a:gd name="T13" fmla="*/ 1728 h 3632"/>
                <a:gd name="T14" fmla="*/ 3367 w 4096"/>
                <a:gd name="T15" fmla="*/ 1472 h 3632"/>
                <a:gd name="T16" fmla="*/ 3369 w 4096"/>
                <a:gd name="T17" fmla="*/ 1403 h 3632"/>
                <a:gd name="T18" fmla="*/ 3239 w 4096"/>
                <a:gd name="T19" fmla="*/ 1314 h 3632"/>
                <a:gd name="T20" fmla="*/ 2840 w 4096"/>
                <a:gd name="T21" fmla="*/ 1190 h 3632"/>
                <a:gd name="T22" fmla="*/ 2292 w 4096"/>
                <a:gd name="T23" fmla="*/ 1130 h 3632"/>
                <a:gd name="T24" fmla="*/ 1806 w 4096"/>
                <a:gd name="T25" fmla="*/ 1130 h 3632"/>
                <a:gd name="T26" fmla="*/ 1203 w 4096"/>
                <a:gd name="T27" fmla="*/ 1205 h 3632"/>
                <a:gd name="T28" fmla="*/ 935 w 4096"/>
                <a:gd name="T29" fmla="*/ 1291 h 3632"/>
                <a:gd name="T30" fmla="*/ 782 w 4096"/>
                <a:gd name="T31" fmla="*/ 1383 h 3632"/>
                <a:gd name="T32" fmla="*/ 781 w 4096"/>
                <a:gd name="T33" fmla="*/ 1732 h 3632"/>
                <a:gd name="T34" fmla="*/ 445 w 4096"/>
                <a:gd name="T35" fmla="*/ 1532 h 3632"/>
                <a:gd name="T36" fmla="*/ 443 w 4096"/>
                <a:gd name="T37" fmla="*/ 1644 h 3632"/>
                <a:gd name="T38" fmla="*/ 441 w 4096"/>
                <a:gd name="T39" fmla="*/ 2288 h 3632"/>
                <a:gd name="T40" fmla="*/ 439 w 4096"/>
                <a:gd name="T41" fmla="*/ 2440 h 3632"/>
                <a:gd name="T42" fmla="*/ 440 w 4096"/>
                <a:gd name="T43" fmla="*/ 2512 h 3632"/>
                <a:gd name="T44" fmla="*/ 586 w 4096"/>
                <a:gd name="T45" fmla="*/ 3632 h 3632"/>
                <a:gd name="T46" fmla="*/ 130 w 4096"/>
                <a:gd name="T47" fmla="*/ 3632 h 3632"/>
                <a:gd name="T48" fmla="*/ 197 w 4096"/>
                <a:gd name="T49" fmla="*/ 3169 h 3632"/>
                <a:gd name="T50" fmla="*/ 286 w 4096"/>
                <a:gd name="T51" fmla="*/ 2540 h 3632"/>
                <a:gd name="T52" fmla="*/ 293 w 4096"/>
                <a:gd name="T53" fmla="*/ 2420 h 3632"/>
                <a:gd name="T54" fmla="*/ 295 w 4096"/>
                <a:gd name="T55" fmla="*/ 1796 h 3632"/>
                <a:gd name="T56" fmla="*/ 297 w 4096"/>
                <a:gd name="T57" fmla="*/ 1664 h 3632"/>
                <a:gd name="T58" fmla="*/ 298 w 4096"/>
                <a:gd name="T59" fmla="*/ 1444 h 3632"/>
                <a:gd name="T60" fmla="*/ 0 w 4096"/>
                <a:gd name="T61" fmla="*/ 1266 h 3632"/>
                <a:gd name="T62" fmla="*/ 0 w 4096"/>
                <a:gd name="T63" fmla="*/ 1266 h 3632"/>
                <a:gd name="T64" fmla="*/ 685 w 4096"/>
                <a:gd name="T65" fmla="*/ 845 h 3632"/>
                <a:gd name="T66" fmla="*/ 2061 w 4096"/>
                <a:gd name="T67" fmla="*/ 0 h 3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96" h="3632">
                  <a:moveTo>
                    <a:pt x="2061" y="0"/>
                  </a:moveTo>
                  <a:cubicBezTo>
                    <a:pt x="2066" y="0"/>
                    <a:pt x="2066" y="0"/>
                    <a:pt x="2066" y="0"/>
                  </a:cubicBezTo>
                  <a:cubicBezTo>
                    <a:pt x="2079" y="11"/>
                    <a:pt x="2093" y="20"/>
                    <a:pt x="2107" y="29"/>
                  </a:cubicBezTo>
                  <a:cubicBezTo>
                    <a:pt x="2770" y="454"/>
                    <a:pt x="3433" y="878"/>
                    <a:pt x="4096" y="1304"/>
                  </a:cubicBezTo>
                  <a:cubicBezTo>
                    <a:pt x="4096" y="1306"/>
                    <a:pt x="4096" y="1306"/>
                    <a:pt x="4096" y="1306"/>
                  </a:cubicBezTo>
                  <a:cubicBezTo>
                    <a:pt x="4094" y="1307"/>
                    <a:pt x="4091" y="1308"/>
                    <a:pt x="4089" y="1308"/>
                  </a:cubicBezTo>
                  <a:cubicBezTo>
                    <a:pt x="3848" y="1448"/>
                    <a:pt x="3608" y="1588"/>
                    <a:pt x="3367" y="1728"/>
                  </a:cubicBezTo>
                  <a:cubicBezTo>
                    <a:pt x="3367" y="1643"/>
                    <a:pt x="3367" y="1557"/>
                    <a:pt x="3367" y="1472"/>
                  </a:cubicBezTo>
                  <a:cubicBezTo>
                    <a:pt x="3367" y="1449"/>
                    <a:pt x="3368" y="1426"/>
                    <a:pt x="3369" y="1403"/>
                  </a:cubicBezTo>
                  <a:cubicBezTo>
                    <a:pt x="3329" y="1369"/>
                    <a:pt x="3287" y="1337"/>
                    <a:pt x="3239" y="1314"/>
                  </a:cubicBezTo>
                  <a:cubicBezTo>
                    <a:pt x="3113" y="1252"/>
                    <a:pt x="2977" y="1217"/>
                    <a:pt x="2840" y="1190"/>
                  </a:cubicBezTo>
                  <a:cubicBezTo>
                    <a:pt x="2659" y="1155"/>
                    <a:pt x="2476" y="1138"/>
                    <a:pt x="2292" y="1130"/>
                  </a:cubicBezTo>
                  <a:cubicBezTo>
                    <a:pt x="2130" y="1123"/>
                    <a:pt x="1968" y="1123"/>
                    <a:pt x="1806" y="1130"/>
                  </a:cubicBezTo>
                  <a:cubicBezTo>
                    <a:pt x="1604" y="1140"/>
                    <a:pt x="1401" y="1160"/>
                    <a:pt x="1203" y="1205"/>
                  </a:cubicBezTo>
                  <a:cubicBezTo>
                    <a:pt x="1111" y="1226"/>
                    <a:pt x="1021" y="1253"/>
                    <a:pt x="935" y="1291"/>
                  </a:cubicBezTo>
                  <a:cubicBezTo>
                    <a:pt x="879" y="1314"/>
                    <a:pt x="830" y="1348"/>
                    <a:pt x="782" y="1383"/>
                  </a:cubicBezTo>
                  <a:cubicBezTo>
                    <a:pt x="782" y="1499"/>
                    <a:pt x="782" y="1615"/>
                    <a:pt x="781" y="1732"/>
                  </a:cubicBezTo>
                  <a:cubicBezTo>
                    <a:pt x="668" y="1667"/>
                    <a:pt x="558" y="1598"/>
                    <a:pt x="445" y="1532"/>
                  </a:cubicBezTo>
                  <a:cubicBezTo>
                    <a:pt x="445" y="1570"/>
                    <a:pt x="445" y="1607"/>
                    <a:pt x="443" y="1644"/>
                  </a:cubicBezTo>
                  <a:cubicBezTo>
                    <a:pt x="443" y="1859"/>
                    <a:pt x="441" y="2073"/>
                    <a:pt x="441" y="2288"/>
                  </a:cubicBezTo>
                  <a:cubicBezTo>
                    <a:pt x="438" y="2339"/>
                    <a:pt x="439" y="2389"/>
                    <a:pt x="439" y="2440"/>
                  </a:cubicBezTo>
                  <a:cubicBezTo>
                    <a:pt x="439" y="2464"/>
                    <a:pt x="438" y="2488"/>
                    <a:pt x="440" y="2512"/>
                  </a:cubicBezTo>
                  <a:cubicBezTo>
                    <a:pt x="488" y="2885"/>
                    <a:pt x="537" y="3258"/>
                    <a:pt x="586" y="3632"/>
                  </a:cubicBezTo>
                  <a:cubicBezTo>
                    <a:pt x="130" y="3632"/>
                    <a:pt x="130" y="3632"/>
                    <a:pt x="130" y="3632"/>
                  </a:cubicBezTo>
                  <a:cubicBezTo>
                    <a:pt x="153" y="3478"/>
                    <a:pt x="174" y="3323"/>
                    <a:pt x="197" y="3169"/>
                  </a:cubicBezTo>
                  <a:cubicBezTo>
                    <a:pt x="227" y="2959"/>
                    <a:pt x="257" y="2750"/>
                    <a:pt x="286" y="2540"/>
                  </a:cubicBezTo>
                  <a:cubicBezTo>
                    <a:pt x="294" y="2501"/>
                    <a:pt x="289" y="2460"/>
                    <a:pt x="293" y="2420"/>
                  </a:cubicBezTo>
                  <a:cubicBezTo>
                    <a:pt x="294" y="2212"/>
                    <a:pt x="295" y="2004"/>
                    <a:pt x="295" y="1796"/>
                  </a:cubicBezTo>
                  <a:cubicBezTo>
                    <a:pt x="297" y="1752"/>
                    <a:pt x="297" y="1708"/>
                    <a:pt x="297" y="1664"/>
                  </a:cubicBezTo>
                  <a:cubicBezTo>
                    <a:pt x="297" y="1591"/>
                    <a:pt x="298" y="1517"/>
                    <a:pt x="298" y="1444"/>
                  </a:cubicBezTo>
                  <a:cubicBezTo>
                    <a:pt x="199" y="1385"/>
                    <a:pt x="99" y="1326"/>
                    <a:pt x="0" y="1266"/>
                  </a:cubicBezTo>
                  <a:cubicBezTo>
                    <a:pt x="0" y="1266"/>
                    <a:pt x="0" y="1266"/>
                    <a:pt x="0" y="1266"/>
                  </a:cubicBezTo>
                  <a:cubicBezTo>
                    <a:pt x="229" y="1126"/>
                    <a:pt x="457" y="985"/>
                    <a:pt x="685" y="845"/>
                  </a:cubicBezTo>
                  <a:cubicBezTo>
                    <a:pt x="1144" y="563"/>
                    <a:pt x="1603" y="282"/>
                    <a:pt x="20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ea typeface="华文细黑" panose="02010600040101010101" pitchFamily="2" charset="-122"/>
              </a:endParaRPr>
            </a:p>
          </p:txBody>
        </p:sp>
        <p:sp>
          <p:nvSpPr>
            <p:cNvPr id="25" name="Freeform 6"/>
            <p:cNvSpPr/>
            <p:nvPr/>
          </p:nvSpPr>
          <p:spPr bwMode="auto">
            <a:xfrm>
              <a:off x="846277" y="2547485"/>
              <a:ext cx="467538" cy="240729"/>
            </a:xfrm>
            <a:custGeom>
              <a:avLst/>
              <a:gdLst>
                <a:gd name="T0" fmla="*/ 466 w 2224"/>
                <a:gd name="T1" fmla="*/ 60 h 1145"/>
                <a:gd name="T2" fmla="*/ 1030 w 2224"/>
                <a:gd name="T3" fmla="*/ 3 h 1145"/>
                <a:gd name="T4" fmla="*/ 1262 w 2224"/>
                <a:gd name="T5" fmla="*/ 5 h 1145"/>
                <a:gd name="T6" fmla="*/ 1734 w 2224"/>
                <a:gd name="T7" fmla="*/ 59 h 1145"/>
                <a:gd name="T8" fmla="*/ 2001 w 2224"/>
                <a:gd name="T9" fmla="*/ 133 h 1145"/>
                <a:gd name="T10" fmla="*/ 2202 w 2224"/>
                <a:gd name="T11" fmla="*/ 238 h 1145"/>
                <a:gd name="T12" fmla="*/ 2222 w 2224"/>
                <a:gd name="T13" fmla="*/ 259 h 1145"/>
                <a:gd name="T14" fmla="*/ 2221 w 2224"/>
                <a:gd name="T15" fmla="*/ 355 h 1145"/>
                <a:gd name="T16" fmla="*/ 2220 w 2224"/>
                <a:gd name="T17" fmla="*/ 719 h 1145"/>
                <a:gd name="T18" fmla="*/ 2217 w 2224"/>
                <a:gd name="T19" fmla="*/ 951 h 1145"/>
                <a:gd name="T20" fmla="*/ 2216 w 2224"/>
                <a:gd name="T21" fmla="*/ 1145 h 1145"/>
                <a:gd name="T22" fmla="*/ 1954 w 2224"/>
                <a:gd name="T23" fmla="*/ 1144 h 1145"/>
                <a:gd name="T24" fmla="*/ 1834 w 2224"/>
                <a:gd name="T25" fmla="*/ 1142 h 1145"/>
                <a:gd name="T26" fmla="*/ 1294 w 2224"/>
                <a:gd name="T27" fmla="*/ 1140 h 1145"/>
                <a:gd name="T28" fmla="*/ 1034 w 2224"/>
                <a:gd name="T29" fmla="*/ 1137 h 1145"/>
                <a:gd name="T30" fmla="*/ 654 w 2224"/>
                <a:gd name="T31" fmla="*/ 1136 h 1145"/>
                <a:gd name="T32" fmla="*/ 598 w 2224"/>
                <a:gd name="T33" fmla="*/ 1134 h 1145"/>
                <a:gd name="T34" fmla="*/ 74 w 2224"/>
                <a:gd name="T35" fmla="*/ 1132 h 1145"/>
                <a:gd name="T36" fmla="*/ 1 w 2224"/>
                <a:gd name="T37" fmla="*/ 1131 h 1145"/>
                <a:gd name="T38" fmla="*/ 3 w 2224"/>
                <a:gd name="T39" fmla="*/ 995 h 1145"/>
                <a:gd name="T40" fmla="*/ 6 w 2224"/>
                <a:gd name="T41" fmla="*/ 399 h 1145"/>
                <a:gd name="T42" fmla="*/ 8 w 2224"/>
                <a:gd name="T43" fmla="*/ 241 h 1145"/>
                <a:gd name="T44" fmla="*/ 166 w 2224"/>
                <a:gd name="T45" fmla="*/ 151 h 1145"/>
                <a:gd name="T46" fmla="*/ 466 w 2224"/>
                <a:gd name="T47" fmla="*/ 60 h 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224" h="1145">
                  <a:moveTo>
                    <a:pt x="466" y="60"/>
                  </a:moveTo>
                  <a:cubicBezTo>
                    <a:pt x="651" y="22"/>
                    <a:pt x="841" y="6"/>
                    <a:pt x="1030" y="3"/>
                  </a:cubicBezTo>
                  <a:cubicBezTo>
                    <a:pt x="1108" y="0"/>
                    <a:pt x="1185" y="4"/>
                    <a:pt x="1262" y="5"/>
                  </a:cubicBezTo>
                  <a:cubicBezTo>
                    <a:pt x="1420" y="12"/>
                    <a:pt x="1579" y="27"/>
                    <a:pt x="1734" y="59"/>
                  </a:cubicBezTo>
                  <a:cubicBezTo>
                    <a:pt x="1824" y="77"/>
                    <a:pt x="1914" y="101"/>
                    <a:pt x="2001" y="133"/>
                  </a:cubicBezTo>
                  <a:cubicBezTo>
                    <a:pt x="2071" y="161"/>
                    <a:pt x="2141" y="193"/>
                    <a:pt x="2202" y="238"/>
                  </a:cubicBezTo>
                  <a:cubicBezTo>
                    <a:pt x="2209" y="245"/>
                    <a:pt x="2219" y="249"/>
                    <a:pt x="2222" y="259"/>
                  </a:cubicBezTo>
                  <a:cubicBezTo>
                    <a:pt x="2224" y="291"/>
                    <a:pt x="2221" y="323"/>
                    <a:pt x="2221" y="355"/>
                  </a:cubicBezTo>
                  <a:cubicBezTo>
                    <a:pt x="2221" y="476"/>
                    <a:pt x="2220" y="598"/>
                    <a:pt x="2220" y="719"/>
                  </a:cubicBezTo>
                  <a:cubicBezTo>
                    <a:pt x="2218" y="796"/>
                    <a:pt x="2220" y="874"/>
                    <a:pt x="2217" y="951"/>
                  </a:cubicBezTo>
                  <a:cubicBezTo>
                    <a:pt x="2217" y="1016"/>
                    <a:pt x="2217" y="1080"/>
                    <a:pt x="2216" y="1145"/>
                  </a:cubicBezTo>
                  <a:cubicBezTo>
                    <a:pt x="2129" y="1144"/>
                    <a:pt x="2041" y="1144"/>
                    <a:pt x="1954" y="1144"/>
                  </a:cubicBezTo>
                  <a:cubicBezTo>
                    <a:pt x="1914" y="1141"/>
                    <a:pt x="1874" y="1143"/>
                    <a:pt x="1834" y="1142"/>
                  </a:cubicBezTo>
                  <a:cubicBezTo>
                    <a:pt x="1654" y="1141"/>
                    <a:pt x="1474" y="1140"/>
                    <a:pt x="1294" y="1140"/>
                  </a:cubicBezTo>
                  <a:cubicBezTo>
                    <a:pt x="1207" y="1137"/>
                    <a:pt x="1121" y="1139"/>
                    <a:pt x="1034" y="1137"/>
                  </a:cubicBezTo>
                  <a:cubicBezTo>
                    <a:pt x="907" y="1137"/>
                    <a:pt x="781" y="1136"/>
                    <a:pt x="654" y="1136"/>
                  </a:cubicBezTo>
                  <a:cubicBezTo>
                    <a:pt x="636" y="1136"/>
                    <a:pt x="617" y="1135"/>
                    <a:pt x="598" y="1134"/>
                  </a:cubicBezTo>
                  <a:cubicBezTo>
                    <a:pt x="424" y="1134"/>
                    <a:pt x="249" y="1133"/>
                    <a:pt x="74" y="1132"/>
                  </a:cubicBezTo>
                  <a:cubicBezTo>
                    <a:pt x="50" y="1131"/>
                    <a:pt x="26" y="1133"/>
                    <a:pt x="1" y="1131"/>
                  </a:cubicBezTo>
                  <a:cubicBezTo>
                    <a:pt x="1" y="1086"/>
                    <a:pt x="0" y="1040"/>
                    <a:pt x="3" y="995"/>
                  </a:cubicBezTo>
                  <a:cubicBezTo>
                    <a:pt x="4" y="796"/>
                    <a:pt x="5" y="598"/>
                    <a:pt x="6" y="399"/>
                  </a:cubicBezTo>
                  <a:cubicBezTo>
                    <a:pt x="9" y="347"/>
                    <a:pt x="5" y="294"/>
                    <a:pt x="8" y="241"/>
                  </a:cubicBezTo>
                  <a:cubicBezTo>
                    <a:pt x="55" y="202"/>
                    <a:pt x="111" y="176"/>
                    <a:pt x="166" y="151"/>
                  </a:cubicBezTo>
                  <a:cubicBezTo>
                    <a:pt x="262" y="110"/>
                    <a:pt x="363" y="82"/>
                    <a:pt x="466" y="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ea typeface="华文细黑" panose="02010600040101010101" pitchFamily="2" charset="-122"/>
              </a:endParaRPr>
            </a:p>
          </p:txBody>
        </p:sp>
      </p:grpSp>
      <p:sp>
        <p:nvSpPr>
          <p:cNvPr id="26" name="PA_文本框 24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1"/>
            </p:custDataLst>
          </p:nvPr>
        </p:nvSpPr>
        <p:spPr>
          <a:xfrm>
            <a:off x="708001" y="2422875"/>
            <a:ext cx="5211535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请各位老师</a:t>
            </a:r>
            <a:endParaRPr lang="en-US" altLang="zh-CN" sz="4800" b="1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  <a:p>
            <a:pPr algn="ctr"/>
            <a:r>
              <a:rPr lang="zh-CN" altLang="en-US" sz="4800" b="1" dirty="0">
                <a:solidFill>
                  <a:srgbClr val="1A3F6C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批评指正</a:t>
            </a:r>
            <a:endParaRPr lang="zh-CN" altLang="en-US" sz="4800" dirty="0">
              <a:solidFill>
                <a:srgbClr val="1A3F6C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sp>
        <p:nvSpPr>
          <p:cNvPr id="27" name="PA_文本框 27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2"/>
            </p:custDataLst>
          </p:nvPr>
        </p:nvSpPr>
        <p:spPr>
          <a:xfrm>
            <a:off x="2630840" y="3952035"/>
            <a:ext cx="1338828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谢谢聆听！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258" y="299951"/>
            <a:ext cx="2072926" cy="559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3000">
        <p15:prstTrans prst="pageCurlDoubl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tags/tag1.xml><?xml version="1.0" encoding="utf-8"?>
<p:tagLst xmlns:p="http://schemas.openxmlformats.org/presentationml/2006/main">
  <p:tag name="PA" val="v3.2.0"/>
</p:tagLst>
</file>

<file path=ppt/tags/tag2.xml><?xml version="1.0" encoding="utf-8"?>
<p:tagLst xmlns:p="http://schemas.openxmlformats.org/presentationml/2006/main">
  <p:tag name="PA" val="v3.2.0"/>
</p:tagLst>
</file>

<file path=ppt/tags/tag3.xml><?xml version="1.0" encoding="utf-8"?>
<p:tagLst xmlns:p="http://schemas.openxmlformats.org/presentationml/2006/main">
  <p:tag name="PA" val="v3.2.0"/>
</p:tagLst>
</file>

<file path=ppt/tags/tag4.xml><?xml version="1.0" encoding="utf-8"?>
<p:tagLst xmlns:p="http://schemas.openxmlformats.org/presentationml/2006/main">
  <p:tag name="PA" val="v3.2.0"/>
</p:tagLst>
</file>

<file path=ppt/tags/tag5.xml><?xml version="1.0" encoding="utf-8"?>
<p:tagLst xmlns:p="http://schemas.openxmlformats.org/presentationml/2006/main">
  <p:tag name="PA" val="v3.2.0"/>
</p:tagLst>
</file>

<file path=ppt/tags/tag6.xml><?xml version="1.0" encoding="utf-8"?>
<p:tagLst xmlns:p="http://schemas.openxmlformats.org/presentationml/2006/main">
  <p:tag name="PA" val="v3.2.0"/>
</p:tagLst>
</file>

<file path=ppt/tags/tag7.xml><?xml version="1.0" encoding="utf-8"?>
<p:tagLst xmlns:p="http://schemas.openxmlformats.org/presentationml/2006/main">
  <p:tag name="PA" val="v3.2.0"/>
</p:tagLst>
</file>

<file path=ppt/tags/tag8.xml><?xml version="1.0" encoding="utf-8"?>
<p:tagLst xmlns:p="http://schemas.openxmlformats.org/presentationml/2006/main">
  <p:tag name="PA" val="v3.2.0"/>
</p:tagLst>
</file>

<file path=ppt/tags/tag9.xml><?xml version="1.0" encoding="utf-8"?>
<p:tagLst xmlns:p="http://schemas.openxmlformats.org/presentationml/2006/main">
  <p:tag name="PA" val="v3.2.0"/>
</p:tagLst>
</file>

<file path=ppt/tags/tag10.xml><?xml version="1.0" encoding="utf-8"?>
<p:tagLst xmlns:p="http://schemas.openxmlformats.org/presentationml/2006/main">
  <p:tag name="PA" val="v3.2.0"/>
</p:tagLst>
</file>

<file path=ppt/tags/tag11.xml><?xml version="1.0" encoding="utf-8"?>
<p:tagLst xmlns:p="http://schemas.openxmlformats.org/presentationml/2006/main">
  <p:tag name="PA" val="v3.2.0"/>
</p:tagLst>
</file>

<file path=ppt/tags/tag12.xml><?xml version="1.0" encoding="utf-8"?>
<p:tagLst xmlns:p="http://schemas.openxmlformats.org/presentationml/2006/main">
  <p:tag name="PA" val="v3.2.0"/>
</p:tagLst>
</file>

<file path=ppt/tags/tag13.xml><?xml version="1.0" encoding="utf-8"?>
<p:tagLst xmlns:p="http://schemas.openxmlformats.org/presentationml/2006/main">
  <p:tag name="PA" val="v3.2.0"/>
</p:tagLst>
</file>

<file path=ppt/tags/tag14.xml><?xml version="1.0" encoding="utf-8"?>
<p:tagLst xmlns:p="http://schemas.openxmlformats.org/presentationml/2006/main">
  <p:tag name="PA" val="v3.2.0"/>
</p:tagLst>
</file>

<file path=ppt/tags/tag15.xml><?xml version="1.0" encoding="utf-8"?>
<p:tagLst xmlns:p="http://schemas.openxmlformats.org/presentationml/2006/main">
  <p:tag name="PA" val="v3.2.0"/>
</p:tagLst>
</file>

<file path=ppt/tags/tag16.xml><?xml version="1.0" encoding="utf-8"?>
<p:tagLst xmlns:p="http://schemas.openxmlformats.org/presentationml/2006/main">
  <p:tag name="PA" val="v3.2.0"/>
</p:tagLst>
</file>

<file path=ppt/tags/tag17.xml><?xml version="1.0" encoding="utf-8"?>
<p:tagLst xmlns:p="http://schemas.openxmlformats.org/presentationml/2006/main">
  <p:tag name="PA" val="v3.2.0"/>
</p:tagLst>
</file>

<file path=ppt/tags/tag18.xml><?xml version="1.0" encoding="utf-8"?>
<p:tagLst xmlns:p="http://schemas.openxmlformats.org/presentationml/2006/main">
  <p:tag name="PA" val="v3.2.0"/>
</p:tagLst>
</file>

<file path=ppt/tags/tag19.xml><?xml version="1.0" encoding="utf-8"?>
<p:tagLst xmlns:p="http://schemas.openxmlformats.org/presentationml/2006/main">
  <p:tag name="PA" val="v3.2.0"/>
</p:tagLst>
</file>

<file path=ppt/tags/tag20.xml><?xml version="1.0" encoding="utf-8"?>
<p:tagLst xmlns:p="http://schemas.openxmlformats.org/presentationml/2006/main">
  <p:tag name="PA" val="v3.2.0"/>
</p:tagLst>
</file>

<file path=ppt/tags/tag21.xml><?xml version="1.0" encoding="utf-8"?>
<p:tagLst xmlns:p="http://schemas.openxmlformats.org/presentationml/2006/main">
  <p:tag name="PA" val="v3.2.0"/>
</p:tagLst>
</file>

<file path=ppt/tags/tag22.xml><?xml version="1.0" encoding="utf-8"?>
<p:tagLst xmlns:p="http://schemas.openxmlformats.org/presentationml/2006/main">
  <p:tag name="PA" val="v3.2.0"/>
</p:tagLst>
</file>

<file path=ppt/tags/tag23.xml><?xml version="1.0" encoding="utf-8"?>
<p:tagLst xmlns:p="http://schemas.openxmlformats.org/presentationml/2006/main">
  <p:tag name="PA" val="v3.2.0"/>
</p:tagLst>
</file>

<file path=ppt/tags/tag24.xml><?xml version="1.0" encoding="utf-8"?>
<p:tagLst xmlns:p="http://schemas.openxmlformats.org/presentationml/2006/main">
  <p:tag name="PA" val="v3.2.0"/>
</p:tagLst>
</file>

<file path=ppt/tags/tag25.xml><?xml version="1.0" encoding="utf-8"?>
<p:tagLst xmlns:p="http://schemas.openxmlformats.org/presentationml/2006/main">
  <p:tag name="PA" val="v3.2.0"/>
</p:tagLst>
</file>

<file path=ppt/tags/tag26.xml><?xml version="1.0" encoding="utf-8"?>
<p:tagLst xmlns:p="http://schemas.openxmlformats.org/presentationml/2006/main">
  <p:tag name="PA" val="v3.2.0"/>
</p:tagLst>
</file>

<file path=ppt/tags/tag27.xml><?xml version="1.0" encoding="utf-8"?>
<p:tagLst xmlns:p="http://schemas.openxmlformats.org/presentationml/2006/main">
  <p:tag name="PA" val="v3.2.0"/>
</p:tagLst>
</file>

<file path=ppt/tags/tag28.xml><?xml version="1.0" encoding="utf-8"?>
<p:tagLst xmlns:p="http://schemas.openxmlformats.org/presentationml/2006/main">
  <p:tag name="PA" val="v3.2.0"/>
</p:tagLst>
</file>

<file path=ppt/tags/tag29.xml><?xml version="1.0" encoding="utf-8"?>
<p:tagLst xmlns:p="http://schemas.openxmlformats.org/presentationml/2006/main">
  <p:tag name="PA" val="v3.2.0"/>
</p:tagLst>
</file>

<file path=ppt/tags/tag30.xml><?xml version="1.0" encoding="utf-8"?>
<p:tagLst xmlns:p="http://schemas.openxmlformats.org/presentationml/2006/main">
  <p:tag name="PA" val="v3.2.0"/>
</p:tagLst>
</file>

<file path=ppt/tags/tag31.xml><?xml version="1.0" encoding="utf-8"?>
<p:tagLst xmlns:p="http://schemas.openxmlformats.org/presentationml/2006/main">
  <p:tag name="PA" val="v3.2.0"/>
</p:tagLst>
</file>

<file path=ppt/tags/tag32.xml><?xml version="1.0" encoding="utf-8"?>
<p:tagLst xmlns:p="http://schemas.openxmlformats.org/presentationml/2006/main">
  <p:tag name="PA" val="v3.2.0"/>
</p:tagLst>
</file>

<file path=ppt/tags/tag33.xml><?xml version="1.0" encoding="utf-8"?>
<p:tagLst xmlns:p="http://schemas.openxmlformats.org/presentationml/2006/main">
  <p:tag name="PA" val="v3.2.0"/>
</p:tagLst>
</file>

<file path=ppt/tags/tag34.xml><?xml version="1.0" encoding="utf-8"?>
<p:tagLst xmlns:p="http://schemas.openxmlformats.org/presentationml/2006/main">
  <p:tag name="PA" val="v3.2.0"/>
</p:tagLst>
</file>

<file path=ppt/tags/tag35.xml><?xml version="1.0" encoding="utf-8"?>
<p:tagLst xmlns:p="http://schemas.openxmlformats.org/presentationml/2006/main">
  <p:tag name="PA" val="v3.2.0"/>
</p:tagLst>
</file>

<file path=ppt/tags/tag36.xml><?xml version="1.0" encoding="utf-8"?>
<p:tagLst xmlns:p="http://schemas.openxmlformats.org/presentationml/2006/main">
  <p:tag name="PA" val="v3.2.0"/>
</p:tagLst>
</file>

<file path=ppt/tags/tag37.xml><?xml version="1.0" encoding="utf-8"?>
<p:tagLst xmlns:p="http://schemas.openxmlformats.org/presentationml/2006/main">
  <p:tag name="PA" val="v3.2.0"/>
</p:tagLst>
</file>

<file path=ppt/tags/tag38.xml><?xml version="1.0" encoding="utf-8"?>
<p:tagLst xmlns:p="http://schemas.openxmlformats.org/presentationml/2006/main">
  <p:tag name="ISPRING_PRESENTATION_TITLE" val="论文2"/>
  <p:tag name="ISPRING_SCORM_RATE_SLIDES" val="0"/>
  <p:tag name="ISPRING_SCORM_RATE_QUIZZES" val="0"/>
  <p:tag name="ISPRING_SCORM_PASSING_SCORE" val="0.000000"/>
  <p:tag name="ISPRING_ULTRA_SCORM_COURSE_ID" val="F952B157-F7F2-4B30-8900-54A4CBEF2D2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F:\1.30修改\77561"/>
  <p:tag name="ISPRING_FIRST_PUBLISH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4556</Words>
  <Application>WPS Office WWO_base_provider_20230817102214-f29abe7703</Application>
  <PresentationFormat>宽屏</PresentationFormat>
  <Paragraphs>502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51" baseType="lpstr">
      <vt:lpstr>Arial</vt:lpstr>
      <vt:lpstr>宋体</vt:lpstr>
      <vt:lpstr>Wingdings</vt:lpstr>
      <vt:lpstr>华文细黑</vt:lpstr>
      <vt:lpstr>字魂59号-创粗黑</vt:lpstr>
      <vt:lpstr>汉仪旗黑KW 55S</vt:lpstr>
      <vt:lpstr>Noto Serif CJK SC</vt:lpstr>
      <vt:lpstr>Arial Unicode MS</vt:lpstr>
      <vt:lpstr>Eras Bold ITC</vt:lpstr>
      <vt:lpstr>Tw Cen MT</vt:lpstr>
      <vt:lpstr>微软雅黑</vt:lpstr>
      <vt:lpstr>微软雅黑 Light</vt:lpstr>
      <vt:lpstr>Lifeline JL</vt:lpstr>
      <vt:lpstr>Times New Roman</vt:lpstr>
      <vt:lpstr>Arial Narrow</vt:lpstr>
      <vt:lpstr>Calibri</vt:lpstr>
      <vt:lpstr>Open Sans</vt:lpstr>
      <vt:lpstr>等线</vt:lpstr>
      <vt:lpstr>汉仪中等线KW</vt:lpstr>
      <vt:lpstr>汉仪书宋二KW</vt:lpstr>
      <vt:lpstr>Kingsoft Confetti</vt:lpstr>
      <vt:lpstr>Noto Kufi Arabic</vt:lpstr>
      <vt:lpstr>URW Gothic</vt:lpstr>
      <vt:lpstr>字魂59号-创粗黑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论文2</dc:title>
  <dc:creator>Anzichen</dc:creator>
  <cp:lastModifiedBy>上海维湾5号机</cp:lastModifiedBy>
  <dcterms:created xsi:type="dcterms:W3CDTF">2023-11-27T03:02:06Z</dcterms:created>
  <dcterms:modified xsi:type="dcterms:W3CDTF">2023-11-27T03:02:06Z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/>
  </property>
</Properties>
</file>